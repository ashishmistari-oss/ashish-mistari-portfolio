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37" r:id="rId2"/>
    <p:sldId id="300" r:id="rId3"/>
    <p:sldId id="389" r:id="rId4"/>
    <p:sldId id="388" r:id="rId5"/>
    <p:sldId id="391" r:id="rId6"/>
    <p:sldId id="390" r:id="rId7"/>
    <p:sldId id="393" r:id="rId8"/>
    <p:sldId id="394" r:id="rId9"/>
    <p:sldId id="403" r:id="rId10"/>
    <p:sldId id="400" r:id="rId11"/>
    <p:sldId id="407" r:id="rId12"/>
    <p:sldId id="408" r:id="rId13"/>
    <p:sldId id="401" r:id="rId14"/>
    <p:sldId id="410" r:id="rId15"/>
    <p:sldId id="413" r:id="rId16"/>
    <p:sldId id="395" r:id="rId17"/>
    <p:sldId id="402" r:id="rId18"/>
    <p:sldId id="397" r:id="rId19"/>
    <p:sldId id="398" r:id="rId20"/>
    <p:sldId id="404" r:id="rId21"/>
    <p:sldId id="405" r:id="rId22"/>
    <p:sldId id="399" r:id="rId23"/>
    <p:sldId id="406" r:id="rId24"/>
    <p:sldId id="392" r:id="rId25"/>
    <p:sldId id="411" r:id="rId26"/>
    <p:sldId id="412" r:id="rId27"/>
  </p:sldIdLst>
  <p:sldSz cx="12192000" cy="6858000"/>
  <p:notesSz cx="6858000" cy="9144000"/>
  <p:embeddedFontLst>
    <p:embeddedFont>
      <p:font typeface="Cambria Math" panose="02040503050406030204" pitchFamily="18" charset="0"/>
      <p:regular r:id="rId30"/>
    </p:embeddedFont>
    <p:embeddedFont>
      <p:font typeface="Meta OT" panose="020B0604020202020204" charset="0"/>
      <p:regular r:id="rId31"/>
      <p:bold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äsentation" id="{D4FCB3B3-2F76-4BB5-8E9E-FB1C246458FA}">
          <p14:sldIdLst>
            <p14:sldId id="337"/>
            <p14:sldId id="300"/>
            <p14:sldId id="389"/>
            <p14:sldId id="388"/>
            <p14:sldId id="391"/>
            <p14:sldId id="390"/>
            <p14:sldId id="393"/>
            <p14:sldId id="394"/>
            <p14:sldId id="403"/>
            <p14:sldId id="400"/>
            <p14:sldId id="407"/>
            <p14:sldId id="408"/>
            <p14:sldId id="401"/>
            <p14:sldId id="410"/>
            <p14:sldId id="413"/>
            <p14:sldId id="395"/>
            <p14:sldId id="402"/>
            <p14:sldId id="397"/>
            <p14:sldId id="398"/>
            <p14:sldId id="404"/>
            <p14:sldId id="405"/>
            <p14:sldId id="399"/>
            <p14:sldId id="406"/>
            <p14:sldId id="392"/>
            <p14:sldId id="411"/>
            <p14:sldId id="412"/>
          </p14:sldIdLst>
        </p14:section>
        <p14:section name="Anhang" id="{4EDE7FD7-A736-42AD-9FCA-E9C2F811943E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1F1"/>
    <a:srgbClr val="292A2D"/>
    <a:srgbClr val="ED7E30"/>
    <a:srgbClr val="F3F1EF"/>
    <a:srgbClr val="262626"/>
    <a:srgbClr val="FAFAFA"/>
    <a:srgbClr val="45B1CB"/>
    <a:srgbClr val="2D899F"/>
    <a:srgbClr val="1F74AD"/>
    <a:srgbClr val="144D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46" autoAdjust="0"/>
    <p:restoredTop sz="94620" autoAdjust="0"/>
  </p:normalViewPr>
  <p:slideViewPr>
    <p:cSldViewPr snapToGrid="0" snapToObjects="1" showGuides="1">
      <p:cViewPr varScale="1">
        <p:scale>
          <a:sx n="95" d="100"/>
          <a:sy n="95" d="100"/>
        </p:scale>
        <p:origin x="494" y="72"/>
      </p:cViewPr>
      <p:guideLst/>
    </p:cSldViewPr>
  </p:slideViewPr>
  <p:outlineViewPr>
    <p:cViewPr>
      <p:scale>
        <a:sx n="33" d="100"/>
        <a:sy n="33" d="100"/>
      </p:scale>
      <p:origin x="0" y="-21961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" d="1"/>
        <a:sy n="1" d="1"/>
      </p:scale>
      <p:origin x="0" y="-16188"/>
    </p:cViewPr>
  </p:sorterViewPr>
  <p:notesViewPr>
    <p:cSldViewPr snapToGrid="0" snapToObjects="1" showGuides="1">
      <p:cViewPr varScale="1">
        <p:scale>
          <a:sx n="78" d="100"/>
          <a:sy n="78" d="100"/>
        </p:scale>
        <p:origin x="3108" y="84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his\OneDrive\Documents\01.%20OTH%20Amberg\2nd%20Semester\Solar%20Energy\Project%20Presentaion\Electricity%20consumption\Consumtion%20over%20the%20yea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r>
              <a:rPr lang="en-IN" sz="1800" b="1">
                <a:solidFill>
                  <a:sysClr val="windowText" lastClr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Timeline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'project plan'!$K$23</c:f>
              <c:strCache>
                <c:ptCount val="1"/>
                <c:pt idx="0">
                  <c:v>Start Date</c:v>
                </c:pt>
              </c:strCache>
            </c:strRef>
          </c:tx>
          <c:spPr>
            <a:noFill/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'project plan'!$J$24:$J$32</c:f>
              <c:strCache>
                <c:ptCount val="9"/>
                <c:pt idx="0">
                  <c:v>Study &amp; Planning</c:v>
                </c:pt>
                <c:pt idx="1">
                  <c:v>Project Initiation</c:v>
                </c:pt>
                <c:pt idx="2">
                  <c:v>Location Selection</c:v>
                </c:pt>
                <c:pt idx="3">
                  <c:v>Data Collection</c:v>
                </c:pt>
                <c:pt idx="4">
                  <c:v>Feasibility Study</c:v>
                </c:pt>
                <c:pt idx="5">
                  <c:v>Layout Design</c:v>
                </c:pt>
                <c:pt idx="6">
                  <c:v>System Design</c:v>
                </c:pt>
                <c:pt idx="7">
                  <c:v>Final Design</c:v>
                </c:pt>
                <c:pt idx="8">
                  <c:v>Presentation Report</c:v>
                </c:pt>
              </c:strCache>
            </c:strRef>
          </c:cat>
          <c:val>
            <c:numRef>
              <c:f>'project plan'!$K$24:$K$32</c:f>
              <c:numCache>
                <c:formatCode>d\-mmm</c:formatCode>
                <c:ptCount val="9"/>
                <c:pt idx="0">
                  <c:v>45740</c:v>
                </c:pt>
                <c:pt idx="1">
                  <c:v>45748</c:v>
                </c:pt>
                <c:pt idx="2">
                  <c:v>45756</c:v>
                </c:pt>
                <c:pt idx="3">
                  <c:v>45771</c:v>
                </c:pt>
                <c:pt idx="4">
                  <c:v>45786</c:v>
                </c:pt>
                <c:pt idx="5">
                  <c:v>45794</c:v>
                </c:pt>
                <c:pt idx="6">
                  <c:v>45809</c:v>
                </c:pt>
                <c:pt idx="7">
                  <c:v>45817</c:v>
                </c:pt>
                <c:pt idx="8">
                  <c:v>45825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2-421B-A0FE-A1F2BF23A460}"/>
            </c:ext>
          </c:extLst>
        </c:ser>
        <c:ser>
          <c:idx val="1"/>
          <c:order val="1"/>
          <c:tx>
            <c:strRef>
              <c:f>'project plan'!$M$23</c:f>
              <c:strCache>
                <c:ptCount val="1"/>
                <c:pt idx="0">
                  <c:v>Duration Days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'project plan'!$J$24:$J$32</c:f>
              <c:strCache>
                <c:ptCount val="9"/>
                <c:pt idx="0">
                  <c:v>Study &amp; Planning</c:v>
                </c:pt>
                <c:pt idx="1">
                  <c:v>Project Initiation</c:v>
                </c:pt>
                <c:pt idx="2">
                  <c:v>Location Selection</c:v>
                </c:pt>
                <c:pt idx="3">
                  <c:v>Data Collection</c:v>
                </c:pt>
                <c:pt idx="4">
                  <c:v>Feasibility Study</c:v>
                </c:pt>
                <c:pt idx="5">
                  <c:v>Layout Design</c:v>
                </c:pt>
                <c:pt idx="6">
                  <c:v>System Design</c:v>
                </c:pt>
                <c:pt idx="7">
                  <c:v>Final Design</c:v>
                </c:pt>
                <c:pt idx="8">
                  <c:v>Presentation Report</c:v>
                </c:pt>
              </c:strCache>
            </c:strRef>
          </c:cat>
          <c:val>
            <c:numRef>
              <c:f>'project plan'!$M$24:$M$32</c:f>
              <c:numCache>
                <c:formatCode>General</c:formatCode>
                <c:ptCount val="9"/>
                <c:pt idx="0">
                  <c:v>7</c:v>
                </c:pt>
                <c:pt idx="1">
                  <c:v>7</c:v>
                </c:pt>
                <c:pt idx="2">
                  <c:v>14</c:v>
                </c:pt>
                <c:pt idx="3">
                  <c:v>14</c:v>
                </c:pt>
                <c:pt idx="4">
                  <c:v>7</c:v>
                </c:pt>
                <c:pt idx="5">
                  <c:v>14</c:v>
                </c:pt>
                <c:pt idx="6">
                  <c:v>14</c:v>
                </c:pt>
                <c:pt idx="7">
                  <c:v>7</c:v>
                </c:pt>
                <c:pt idx="8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22-421B-A0FE-A1F2BF23A46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126196656"/>
        <c:axId val="126187056"/>
      </c:barChart>
      <c:catAx>
        <c:axId val="1261966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6187056"/>
        <c:crosses val="autoZero"/>
        <c:auto val="1"/>
        <c:lblAlgn val="ctr"/>
        <c:lblOffset val="100"/>
        <c:noMultiLvlLbl val="0"/>
      </c:catAx>
      <c:valAx>
        <c:axId val="126187056"/>
        <c:scaling>
          <c:orientation val="minMax"/>
          <c:max val="45840"/>
          <c:min val="4574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d\-mmm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ysClr val="windowText" lastClr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26196656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0.43381102362204721"/>
          <c:y val="0.89409667541557303"/>
          <c:w val="0.19011574991974922"/>
          <c:h val="7.38404053659959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ysClr val="windowText" lastClr="000000"/>
              </a:solidFill>
              <a:latin typeface="Arial" panose="020B0604020202020204" pitchFamily="34" charset="0"/>
              <a:ea typeface="+mn-ea"/>
              <a:cs typeface="Arial" panose="020B0604020202020204" pitchFamily="34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>
      <a:glow rad="63500">
        <a:srgbClr val="525558">
          <a:satMod val="175000"/>
          <a:alpha val="40000"/>
        </a:srgbClr>
      </a:glow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b="1" i="0" u="none" strike="noStrike" kern="1200" baseline="0">
              <a:solidFill>
                <a:srgbClr val="292A2D"/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Sheet1!$D$3</c:f>
              <c:strCache>
                <c:ptCount val="1"/>
                <c:pt idx="0">
                  <c:v>Electricity Consumed (kWh)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Sheet1!$C$4:$C$15</c:f>
              <c:strCache>
                <c:ptCount val="12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  <c:pt idx="3">
                  <c:v>April</c:v>
                </c:pt>
                <c:pt idx="4">
                  <c:v>May</c:v>
                </c:pt>
                <c:pt idx="5">
                  <c:v>June</c:v>
                </c:pt>
                <c:pt idx="6">
                  <c:v>July</c:v>
                </c:pt>
                <c:pt idx="7">
                  <c:v>August</c:v>
                </c:pt>
                <c:pt idx="8">
                  <c:v>September</c:v>
                </c:pt>
                <c:pt idx="9">
                  <c:v>October</c:v>
                </c:pt>
                <c:pt idx="10">
                  <c:v>November</c:v>
                </c:pt>
                <c:pt idx="11">
                  <c:v>December</c:v>
                </c:pt>
              </c:strCache>
            </c:strRef>
          </c:cat>
          <c:val>
            <c:numRef>
              <c:f>Sheet1!$D$4:$D$15</c:f>
              <c:numCache>
                <c:formatCode>General</c:formatCode>
                <c:ptCount val="12"/>
                <c:pt idx="0">
                  <c:v>78</c:v>
                </c:pt>
                <c:pt idx="1">
                  <c:v>83</c:v>
                </c:pt>
                <c:pt idx="2">
                  <c:v>107</c:v>
                </c:pt>
                <c:pt idx="3">
                  <c:v>130</c:v>
                </c:pt>
                <c:pt idx="4">
                  <c:v>123</c:v>
                </c:pt>
                <c:pt idx="5">
                  <c:v>140</c:v>
                </c:pt>
                <c:pt idx="6">
                  <c:v>122</c:v>
                </c:pt>
                <c:pt idx="7">
                  <c:v>148</c:v>
                </c:pt>
                <c:pt idx="8">
                  <c:v>100</c:v>
                </c:pt>
                <c:pt idx="9">
                  <c:v>126</c:v>
                </c:pt>
                <c:pt idx="10">
                  <c:v>94</c:v>
                </c:pt>
                <c:pt idx="11">
                  <c:v>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2F-4A99-B45A-676209EEA36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293232111"/>
        <c:axId val="293223471"/>
      </c:barChart>
      <c:catAx>
        <c:axId val="29323211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293223471"/>
        <c:crosses val="autoZero"/>
        <c:auto val="1"/>
        <c:lblAlgn val="ctr"/>
        <c:lblOffset val="100"/>
        <c:noMultiLvlLbl val="0"/>
      </c:catAx>
      <c:valAx>
        <c:axId val="293223471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9323211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"/>
          <p:cNvSpPr>
            <a:spLocks noGrp="1"/>
          </p:cNvSpPr>
          <p:nvPr>
            <p:ph type="ftr" sz="quarter" idx="2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5" name="Foliennummer"/>
          <p:cNvSpPr>
            <a:spLocks noGrp="1"/>
          </p:cNvSpPr>
          <p:nvPr>
            <p:ph type="sldNum" sz="quarter" idx="3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CD9C266D-9BF6-45DD-93F4-23D3D4380AFF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79399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bild"/>
          <p:cNvSpPr>
            <a:spLocks noGrp="1" noRot="1" noChangeAspect="1"/>
          </p:cNvSpPr>
          <p:nvPr>
            <p:ph type="sldImg" idx="2"/>
          </p:nvPr>
        </p:nvSpPr>
        <p:spPr bwMode="gray">
          <a:xfrm>
            <a:off x="358775" y="431800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  <a:miter lim="800000"/>
          </a:ln>
        </p:spPr>
        <p:txBody>
          <a:bodyPr vert="horz" lIns="0" tIns="0" rIns="0" bIns="0" rtlCol="0" anchor="ctr"/>
          <a:lstStyle/>
          <a:p>
            <a:endParaRPr lang="de-DE" noProof="0" dirty="0"/>
          </a:p>
        </p:txBody>
      </p:sp>
      <p:sp>
        <p:nvSpPr>
          <p:cNvPr id="5" name="Notizen"/>
          <p:cNvSpPr>
            <a:spLocks noGrp="1"/>
          </p:cNvSpPr>
          <p:nvPr>
            <p:ph type="body" sz="quarter" idx="3"/>
          </p:nvPr>
        </p:nvSpPr>
        <p:spPr bwMode="gray">
          <a:xfrm>
            <a:off x="359999" y="4248000"/>
            <a:ext cx="6138000" cy="4068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"/>
          <p:cNvSpPr>
            <a:spLocks noGrp="1"/>
          </p:cNvSpPr>
          <p:nvPr>
            <p:ph type="ftr" sz="quarter" idx="4"/>
          </p:nvPr>
        </p:nvSpPr>
        <p:spPr bwMode="gray">
          <a:xfrm>
            <a:off x="0" y="8604000"/>
            <a:ext cx="5040000" cy="540000"/>
          </a:xfrm>
          <a:prstGeom prst="rect">
            <a:avLst/>
          </a:prstGeom>
        </p:spPr>
        <p:txBody>
          <a:bodyPr vert="horz" lIns="360000" tIns="0" rIns="0" bIns="180000" rtlCol="0" anchor="b"/>
          <a:lstStyle>
            <a:lvl1pPr algn="l">
              <a:defRPr sz="1200"/>
            </a:lvl1pPr>
          </a:lstStyle>
          <a:p>
            <a:endParaRPr lang="de-DE" noProof="0" dirty="0"/>
          </a:p>
        </p:txBody>
      </p:sp>
      <p:sp>
        <p:nvSpPr>
          <p:cNvPr id="7" name="Foliennummer"/>
          <p:cNvSpPr>
            <a:spLocks noGrp="1"/>
          </p:cNvSpPr>
          <p:nvPr>
            <p:ph type="sldNum" sz="quarter" idx="5"/>
          </p:nvPr>
        </p:nvSpPr>
        <p:spPr bwMode="gray">
          <a:xfrm>
            <a:off x="5418000" y="8604000"/>
            <a:ext cx="1440000" cy="540000"/>
          </a:xfrm>
          <a:prstGeom prst="rect">
            <a:avLst/>
          </a:prstGeom>
        </p:spPr>
        <p:txBody>
          <a:bodyPr vert="horz" lIns="0" tIns="0" rIns="360000" bIns="180000" rtlCol="0" anchor="b"/>
          <a:lstStyle>
            <a:lvl1pPr algn="r">
              <a:defRPr sz="1200"/>
            </a:lvl1pPr>
          </a:lstStyle>
          <a:p>
            <a:fld id="{92DA5471-CC57-402A-9527-36A1D012F698}" type="slidenum">
              <a:rPr lang="de-DE" noProof="0" smtClean="0"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86535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748894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10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943126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DA5471-CC57-402A-9527-36A1D012F698}" type="slidenum">
              <a:rPr lang="de-DE" noProof="0" smtClean="0"/>
              <a:t>12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251539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8">
            <a:extLst>
              <a:ext uri="{FF2B5EF4-FFF2-40B4-BE49-F238E27FC236}">
                <a16:creationId xmlns:a16="http://schemas.microsoft.com/office/drawing/2014/main" id="{744B1A0D-FEE8-C6BD-679B-2116B0E36EC3}"/>
              </a:ext>
            </a:extLst>
          </p:cNvPr>
          <p:cNvSpPr/>
          <p:nvPr userDrawn="1"/>
        </p:nvSpPr>
        <p:spPr bwMode="gray">
          <a:xfrm>
            <a:off x="-2048296" y="3028950"/>
            <a:ext cx="11029951" cy="2844800"/>
          </a:xfrm>
          <a:prstGeom prst="roundRect">
            <a:avLst>
              <a:gd name="adj" fmla="val 1774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5" y="3767352"/>
            <a:ext cx="6317999" cy="540000"/>
          </a:xfrm>
        </p:spPr>
        <p:txBody>
          <a:bodyPr/>
          <a:lstStyle>
            <a:lvl1pPr>
              <a:defRPr sz="4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73A053AC-629D-696D-3EF9-B3CD84330658}"/>
              </a:ext>
            </a:extLst>
          </p:cNvPr>
          <p:cNvGrpSpPr/>
          <p:nvPr userDrawn="1"/>
        </p:nvGrpSpPr>
        <p:grpSpPr>
          <a:xfrm rot="16200000">
            <a:off x="9052317" y="512273"/>
            <a:ext cx="3426623" cy="2402084"/>
            <a:chOff x="7582680" y="1972513"/>
            <a:chExt cx="4621936" cy="3240006"/>
          </a:xfrm>
        </p:grpSpPr>
        <p:sp>
          <p:nvSpPr>
            <p:cNvPr id="16" name="Abgerundetes Rechteck 15">
              <a:extLst>
                <a:ext uri="{FF2B5EF4-FFF2-40B4-BE49-F238E27FC236}">
                  <a16:creationId xmlns:a16="http://schemas.microsoft.com/office/drawing/2014/main" id="{75E80828-49BB-7B6D-7E19-CB2335FC001E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7" name="Träne 16">
              <a:extLst>
                <a:ext uri="{FF2B5EF4-FFF2-40B4-BE49-F238E27FC236}">
                  <a16:creationId xmlns:a16="http://schemas.microsoft.com/office/drawing/2014/main" id="{6711905F-0B3D-4F0D-B878-A07FB1787BE7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8" name="Ecken des Rechtecks auf der gleichen Seite abrunden 17">
              <a:extLst>
                <a:ext uri="{FF2B5EF4-FFF2-40B4-BE49-F238E27FC236}">
                  <a16:creationId xmlns:a16="http://schemas.microsoft.com/office/drawing/2014/main" id="{558E71D1-D0D3-EE76-84F6-D5950541A164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20" name="Freihandform 19">
              <a:extLst>
                <a:ext uri="{FF2B5EF4-FFF2-40B4-BE49-F238E27FC236}">
                  <a16:creationId xmlns:a16="http://schemas.microsoft.com/office/drawing/2014/main" id="{5A236357-9D26-AD57-8B58-D489D3246926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8" name="Textfeld 7">
            <a:extLst>
              <a:ext uri="{FF2B5EF4-FFF2-40B4-BE49-F238E27FC236}">
                <a16:creationId xmlns:a16="http://schemas.microsoft.com/office/drawing/2014/main" id="{24334888-C654-C5D2-9E44-9AA956BF62BE}"/>
              </a:ext>
            </a:extLst>
          </p:cNvPr>
          <p:cNvSpPr txBox="1"/>
          <p:nvPr userDrawn="1"/>
        </p:nvSpPr>
        <p:spPr bwMode="gray">
          <a:xfrm>
            <a:off x="3554731" y="761238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B158011F-062D-773E-DC64-0AB4916311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8B6E0FAF-F2F8-EBB6-5344-C806D3C5C3E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525057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3DE0D8E6-002A-7AD2-F576-41754F3899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6387" y="254416"/>
            <a:ext cx="2743200" cy="718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447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735071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7932421" y="0"/>
            <a:ext cx="4259579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99EAD2F7-48CE-EF0C-77D7-11F780E90B2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5" y="6245042"/>
            <a:ext cx="6519175" cy="17957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/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E6292613-986E-98DA-CD24-F0CDE15DD0C4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A4530298-DA65-EA31-1E02-3FEBA79FC1D6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B298C402-1761-727E-686F-1A9D27CD4ACD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7BB49AB3-59F5-2016-3D5A-8E0FC7DE66A4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57892A4A-9F8F-12B2-D3FA-AD0C73A02E2E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6" name="Träne 15">
              <a:extLst>
                <a:ext uri="{FF2B5EF4-FFF2-40B4-BE49-F238E27FC236}">
                  <a16:creationId xmlns:a16="http://schemas.microsoft.com/office/drawing/2014/main" id="{524D76FF-39F8-3959-5FD1-C73CE9334F41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2" name="Grafik 11">
            <a:extLst>
              <a:ext uri="{FF2B5EF4-FFF2-40B4-BE49-F238E27FC236}">
                <a16:creationId xmlns:a16="http://schemas.microsoft.com/office/drawing/2014/main" id="{4FEF2A4D-1717-372D-646A-8881DBF941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15CACFF5-6C25-BA26-37BC-8B7DDD55D16C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739FF9F0-52B9-6AA3-D906-C1BD11398C4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Zweite Headline</a:t>
            </a:r>
          </a:p>
        </p:txBody>
      </p:sp>
      <p:sp>
        <p:nvSpPr>
          <p:cNvPr id="15" name="Textplatzhalter 5">
            <a:extLst>
              <a:ext uri="{FF2B5EF4-FFF2-40B4-BE49-F238E27FC236}">
                <a16:creationId xmlns:a16="http://schemas.microsoft.com/office/drawing/2014/main" id="{FA960C0F-08B7-894B-5F7B-EF89C809031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05049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Titel ohne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161265F0-F998-3E9D-0044-69E87D9B064C}"/>
              </a:ext>
            </a:extLst>
          </p:cNvPr>
          <p:cNvGrpSpPr/>
          <p:nvPr userDrawn="1"/>
        </p:nvGrpSpPr>
        <p:grpSpPr>
          <a:xfrm>
            <a:off x="7806691" y="3250157"/>
            <a:ext cx="4960660" cy="3174456"/>
            <a:chOff x="8135419" y="3611128"/>
            <a:chExt cx="4591587" cy="2938277"/>
          </a:xfrm>
        </p:grpSpPr>
        <p:sp>
          <p:nvSpPr>
            <p:cNvPr id="8" name="Abgerundetes Rechteck 7">
              <a:extLst>
                <a:ext uri="{FF2B5EF4-FFF2-40B4-BE49-F238E27FC236}">
                  <a16:creationId xmlns:a16="http://schemas.microsoft.com/office/drawing/2014/main" id="{90623127-FF91-A733-8709-AFC3695070A4}"/>
                </a:ext>
              </a:extLst>
            </p:cNvPr>
            <p:cNvSpPr/>
            <p:nvPr userDrawn="1"/>
          </p:nvSpPr>
          <p:spPr bwMode="gray">
            <a:xfrm rot="10800000">
              <a:off x="8135419" y="5748716"/>
              <a:ext cx="3262258" cy="800688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Träne 8">
              <a:extLst>
                <a:ext uri="{FF2B5EF4-FFF2-40B4-BE49-F238E27FC236}">
                  <a16:creationId xmlns:a16="http://schemas.microsoft.com/office/drawing/2014/main" id="{695FA46B-F686-4EAA-D716-C8E31F145FF7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Ecken des Rechtecks auf der gleichen Seite abrunden 9">
              <a:extLst>
                <a:ext uri="{FF2B5EF4-FFF2-40B4-BE49-F238E27FC236}">
                  <a16:creationId xmlns:a16="http://schemas.microsoft.com/office/drawing/2014/main" id="{853261A6-4A1F-4A06-F88F-14356F08944E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4" name="Freihandform 13">
              <a:extLst>
                <a:ext uri="{FF2B5EF4-FFF2-40B4-BE49-F238E27FC236}">
                  <a16:creationId xmlns:a16="http://schemas.microsoft.com/office/drawing/2014/main" id="{F0382D6B-3559-3082-E05C-1227EA0CB64D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5" name="Träne 14">
              <a:extLst>
                <a:ext uri="{FF2B5EF4-FFF2-40B4-BE49-F238E27FC236}">
                  <a16:creationId xmlns:a16="http://schemas.microsoft.com/office/drawing/2014/main" id="{41DB097B-9688-0FC6-7182-6933CE22F3F7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8" name="Grafik 17">
            <a:extLst>
              <a:ext uri="{FF2B5EF4-FFF2-40B4-BE49-F238E27FC236}">
                <a16:creationId xmlns:a16="http://schemas.microsoft.com/office/drawing/2014/main" id="{D1980A8E-C9E2-AC17-15DF-0414EB7AA76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88551" y="254658"/>
            <a:ext cx="2743200" cy="718681"/>
          </a:xfrm>
          <a:prstGeom prst="rect">
            <a:avLst/>
          </a:prstGeom>
        </p:spPr>
      </p:pic>
      <p:sp>
        <p:nvSpPr>
          <p:cNvPr id="16" name="Titel 2">
            <a:extLst>
              <a:ext uri="{FF2B5EF4-FFF2-40B4-BE49-F238E27FC236}">
                <a16:creationId xmlns:a16="http://schemas.microsoft.com/office/drawing/2014/main" id="{8025341E-8C5B-FC2B-C5AB-9ED45BC69C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3" y="2069824"/>
            <a:ext cx="5735071" cy="1359176"/>
          </a:xfrm>
        </p:spPr>
        <p:txBody>
          <a:bodyPr/>
          <a:lstStyle>
            <a:lvl1pPr>
              <a:defRPr sz="5400" cap="all" spc="400" baseline="0"/>
            </a:lvl1pPr>
          </a:lstStyle>
          <a:p>
            <a:r>
              <a:rPr lang="de-DE" noProof="0" dirty="0"/>
              <a:t>Titel Ihrer Präsentation</a:t>
            </a:r>
          </a:p>
        </p:txBody>
      </p:sp>
      <p:cxnSp>
        <p:nvCxnSpPr>
          <p:cNvPr id="17" name="Straight Connector 8">
            <a:extLst>
              <a:ext uri="{FF2B5EF4-FFF2-40B4-BE49-F238E27FC236}">
                <a16:creationId xmlns:a16="http://schemas.microsoft.com/office/drawing/2014/main" id="{F2B35A3F-FE20-F62E-15A1-8A7ABDB48220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440992"/>
            <a:ext cx="144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platzhalter 5">
            <a:extLst>
              <a:ext uri="{FF2B5EF4-FFF2-40B4-BE49-F238E27FC236}">
                <a16:creationId xmlns:a16="http://schemas.microsoft.com/office/drawing/2014/main" id="{7AEF825B-C1C6-CA90-C1F6-BAABFB01986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38163" y="3684083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Zweite Headline</a:t>
            </a:r>
          </a:p>
        </p:txBody>
      </p:sp>
      <p:sp>
        <p:nvSpPr>
          <p:cNvPr id="20" name="Textplatzhalter 5">
            <a:extLst>
              <a:ext uri="{FF2B5EF4-FFF2-40B4-BE49-F238E27FC236}">
                <a16:creationId xmlns:a16="http://schemas.microsoft.com/office/drawing/2014/main" id="{E2CE01FB-764A-BD1C-BACB-6C8923F4D49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38163" y="4037359"/>
            <a:ext cx="5735071" cy="17957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/>
            </a:lvl1pPr>
          </a:lstStyle>
          <a:p>
            <a:pPr lvl="0"/>
            <a:r>
              <a:rPr lang="de-DE" dirty="0"/>
              <a:t>Optionaler Text</a:t>
            </a:r>
          </a:p>
        </p:txBody>
      </p:sp>
    </p:spTree>
    <p:extLst>
      <p:ext uri="{BB962C8B-B14F-4D97-AF65-F5344CB8AC3E}">
        <p14:creationId xmlns:p14="http://schemas.microsoft.com/office/powerpoint/2010/main" val="355240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1" y="1244140"/>
            <a:ext cx="11651467" cy="3307824"/>
          </a:xfrm>
          <a:custGeom>
            <a:avLst/>
            <a:gdLst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0" fmla="*/ 0 w 11655425"/>
              <a:gd name="connsiteY0" fmla="*/ 0 h 4120164"/>
              <a:gd name="connsiteX1" fmla="*/ 9595343 w 11655425"/>
              <a:gd name="connsiteY1" fmla="*/ 0 h 4120164"/>
              <a:gd name="connsiteX2" fmla="*/ 11655425 w 11655425"/>
              <a:gd name="connsiteY2" fmla="*/ 2060082 h 4120164"/>
              <a:gd name="connsiteX3" fmla="*/ 9595343 w 11655425"/>
              <a:gd name="connsiteY3" fmla="*/ 4120164 h 4120164"/>
              <a:gd name="connsiteX4" fmla="*/ 0 w 11655425"/>
              <a:gd name="connsiteY4" fmla="*/ 4120164 h 4120164"/>
              <a:gd name="connsiteX5" fmla="*/ 0 w 11655425"/>
              <a:gd name="connsiteY5" fmla="*/ 0 h 4120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655425" h="4120164">
                <a:moveTo>
                  <a:pt x="0" y="0"/>
                </a:moveTo>
                <a:lnTo>
                  <a:pt x="9595343" y="0"/>
                </a:lnTo>
                <a:cubicBezTo>
                  <a:pt x="10733095" y="0"/>
                  <a:pt x="11655425" y="648137"/>
                  <a:pt x="11655425" y="2060082"/>
                </a:cubicBezTo>
                <a:cubicBezTo>
                  <a:pt x="11655425" y="3472027"/>
                  <a:pt x="10733095" y="4120164"/>
                  <a:pt x="9595343" y="4120164"/>
                </a:cubicBezTo>
                <a:lnTo>
                  <a:pt x="0" y="4120164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4" name="Straight Connector 8">
            <a:extLst>
              <a:ext uri="{FF2B5EF4-FFF2-40B4-BE49-F238E27FC236}">
                <a16:creationId xmlns:a16="http://schemas.microsoft.com/office/drawing/2014/main" id="{777E5226-D6C8-D9EF-323B-B8ECA75A87A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Grafik 8">
            <a:extLst>
              <a:ext uri="{FF2B5EF4-FFF2-40B4-BE49-F238E27FC236}">
                <a16:creationId xmlns:a16="http://schemas.microsoft.com/office/drawing/2014/main" id="{A448B80B-9737-0AEF-F63B-A91A3F17C6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76248" y="26181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94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F7AE79DB-B38F-747A-A640-5409A704D9A4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" y="0"/>
            <a:ext cx="12191999" cy="4336928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4903319"/>
            <a:ext cx="11112000" cy="540000"/>
          </a:xfrm>
        </p:spPr>
        <p:txBody>
          <a:bodyPr/>
          <a:lstStyle>
            <a:lvl1pPr>
              <a:defRPr sz="40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7" name="Subtitle">
            <a:extLst>
              <a:ext uri="{FF2B5EF4-FFF2-40B4-BE49-F238E27FC236}">
                <a16:creationId xmlns:a16="http://schemas.microsoft.com/office/drawing/2014/main" id="{362BF01A-CFEB-6B22-A676-8F3EBA6A6A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5495200"/>
            <a:ext cx="1111200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533" y="6220043"/>
            <a:ext cx="11110939" cy="216000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1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Optionaler Text</a:t>
            </a:r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76DE688-3D7D-921B-78CF-AECA23B3D05E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6026253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1DEE918-F528-94BC-D1C4-43F0EDCD96C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8765381" y="1720044"/>
            <a:ext cx="3426623" cy="2402084"/>
            <a:chOff x="7582680" y="1972513"/>
            <a:chExt cx="4621936" cy="3240006"/>
          </a:xfrm>
        </p:grpSpPr>
        <p:sp>
          <p:nvSpPr>
            <p:cNvPr id="12" name="Abgerundetes Rechteck 11">
              <a:extLst>
                <a:ext uri="{FF2B5EF4-FFF2-40B4-BE49-F238E27FC236}">
                  <a16:creationId xmlns:a16="http://schemas.microsoft.com/office/drawing/2014/main" id="{651E178D-20E3-A9EB-5500-6512332972CF}"/>
                </a:ext>
              </a:extLst>
            </p:cNvPr>
            <p:cNvSpPr/>
            <p:nvPr userDrawn="1"/>
          </p:nvSpPr>
          <p:spPr bwMode="gray">
            <a:xfrm rot="10800000">
              <a:off x="7582680" y="4132515"/>
              <a:ext cx="3630368" cy="1079993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3" name="Träne 12">
              <a:extLst>
                <a:ext uri="{FF2B5EF4-FFF2-40B4-BE49-F238E27FC236}">
                  <a16:creationId xmlns:a16="http://schemas.microsoft.com/office/drawing/2014/main" id="{EAD5913B-7CC1-CC49-5D68-D20FAC880D71}"/>
                </a:ext>
              </a:extLst>
            </p:cNvPr>
            <p:cNvSpPr/>
            <p:nvPr userDrawn="1"/>
          </p:nvSpPr>
          <p:spPr bwMode="gray">
            <a:xfrm rot="5400000">
              <a:off x="9053134" y="3052600"/>
              <a:ext cx="1080000" cy="1079826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4" name="Ecken des Rechtecks auf der gleichen Seite abrunden 13">
              <a:extLst>
                <a:ext uri="{FF2B5EF4-FFF2-40B4-BE49-F238E27FC236}">
                  <a16:creationId xmlns:a16="http://schemas.microsoft.com/office/drawing/2014/main" id="{D0A979C3-0887-285C-A80B-5BC579A45227}"/>
                </a:ext>
              </a:extLst>
            </p:cNvPr>
            <p:cNvSpPr/>
            <p:nvPr userDrawn="1"/>
          </p:nvSpPr>
          <p:spPr bwMode="gray">
            <a:xfrm rot="5400000">
              <a:off x="9593047" y="2512513"/>
              <a:ext cx="2160000" cy="108000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5" name="Freihandform 14">
              <a:extLst>
                <a:ext uri="{FF2B5EF4-FFF2-40B4-BE49-F238E27FC236}">
                  <a16:creationId xmlns:a16="http://schemas.microsoft.com/office/drawing/2014/main" id="{BCBA3CBD-BA7E-E0E0-CC19-B5A638408C52}"/>
                </a:ext>
              </a:extLst>
            </p:cNvPr>
            <p:cNvSpPr/>
            <p:nvPr userDrawn="1"/>
          </p:nvSpPr>
          <p:spPr bwMode="gray">
            <a:xfrm rot="10800000">
              <a:off x="11124613" y="3052513"/>
              <a:ext cx="1080003" cy="2160006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accent1">
                <a:alpha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3A14CAB3-80A8-D39A-7FB1-279E336BFB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1155" y="253114"/>
            <a:ext cx="2743200" cy="71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417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 Titel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1" y="2704992"/>
            <a:ext cx="6567811" cy="1672597"/>
          </a:xfrm>
        </p:spPr>
        <p:txBody>
          <a:bodyPr anchor="ctr"/>
          <a:lstStyle>
            <a:lvl1pPr>
              <a:defRPr sz="54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Titel Ihrer Präsentation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D991C42C-1E58-51DB-7836-562E70393F2D}"/>
              </a:ext>
            </a:extLst>
          </p:cNvPr>
          <p:cNvSpPr txBox="1"/>
          <p:nvPr userDrawn="1"/>
        </p:nvSpPr>
        <p:spPr bwMode="gray">
          <a:xfrm>
            <a:off x="-952107" y="34219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7B12CCF-A3C3-A33B-006C-2625E501C68D}"/>
              </a:ext>
            </a:extLst>
          </p:cNvPr>
          <p:cNvSpPr txBox="1"/>
          <p:nvPr userDrawn="1"/>
        </p:nvSpPr>
        <p:spPr bwMode="gray">
          <a:xfrm>
            <a:off x="3026004" y="-70701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87F68E5A-4D2F-3B66-CBD9-B01F895B56B3}"/>
              </a:ext>
            </a:extLst>
          </p:cNvPr>
          <p:cNvGrpSpPr/>
          <p:nvPr userDrawn="1"/>
        </p:nvGrpSpPr>
        <p:grpSpPr>
          <a:xfrm>
            <a:off x="-1590" y="-5"/>
            <a:ext cx="2984900" cy="1979629"/>
            <a:chOff x="-1590" y="-5"/>
            <a:chExt cx="2984900" cy="1979629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115960CE-BE2B-2753-8D32-12D29EDB9288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8" name="Träne 17">
              <a:extLst>
                <a:ext uri="{FF2B5EF4-FFF2-40B4-BE49-F238E27FC236}">
                  <a16:creationId xmlns:a16="http://schemas.microsoft.com/office/drawing/2014/main" id="{A0B2BBC5-374C-E03C-C219-E976B6CEBE50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5BBAF3B-9279-6232-956F-E4547E971BBF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22" name="Ecken des Rechtecks auf der gleichen Seite abrunden 21">
            <a:extLst>
              <a:ext uri="{FF2B5EF4-FFF2-40B4-BE49-F238E27FC236}">
                <a16:creationId xmlns:a16="http://schemas.microsoft.com/office/drawing/2014/main" id="{922E8C8C-30D6-7080-0334-C6DBFCE520BA}"/>
              </a:ext>
            </a:extLst>
          </p:cNvPr>
          <p:cNvSpPr/>
          <p:nvPr userDrawn="1"/>
        </p:nvSpPr>
        <p:spPr bwMode="gray">
          <a:xfrm rot="5400000">
            <a:off x="5915334" y="507081"/>
            <a:ext cx="1963393" cy="981697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3" name="Freihandform 22">
            <a:extLst>
              <a:ext uri="{FF2B5EF4-FFF2-40B4-BE49-F238E27FC236}">
                <a16:creationId xmlns:a16="http://schemas.microsoft.com/office/drawing/2014/main" id="{6887022B-50F5-E2C8-C794-DA70748D7425}"/>
              </a:ext>
            </a:extLst>
          </p:cNvPr>
          <p:cNvSpPr/>
          <p:nvPr userDrawn="1"/>
        </p:nvSpPr>
        <p:spPr bwMode="gray">
          <a:xfrm rot="10800000">
            <a:off x="5924928" y="999987"/>
            <a:ext cx="489821" cy="979643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4" name="Abgerundetes Rechteck 23">
            <a:extLst>
              <a:ext uri="{FF2B5EF4-FFF2-40B4-BE49-F238E27FC236}">
                <a16:creationId xmlns:a16="http://schemas.microsoft.com/office/drawing/2014/main" id="{3C96C92B-E526-C070-9A68-8FF40376523C}"/>
              </a:ext>
            </a:extLst>
          </p:cNvPr>
          <p:cNvSpPr/>
          <p:nvPr userDrawn="1"/>
        </p:nvSpPr>
        <p:spPr bwMode="gray">
          <a:xfrm rot="10800000">
            <a:off x="7387875" y="999985"/>
            <a:ext cx="3123012" cy="979643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5" name="Freihandform 24">
            <a:extLst>
              <a:ext uri="{FF2B5EF4-FFF2-40B4-BE49-F238E27FC236}">
                <a16:creationId xmlns:a16="http://schemas.microsoft.com/office/drawing/2014/main" id="{5484DD6E-4EBD-1D65-002C-D5BABD669C88}"/>
              </a:ext>
            </a:extLst>
          </p:cNvPr>
          <p:cNvSpPr/>
          <p:nvPr userDrawn="1"/>
        </p:nvSpPr>
        <p:spPr bwMode="gray">
          <a:xfrm rot="5400000">
            <a:off x="8032720" y="-496084"/>
            <a:ext cx="1012131" cy="1980000"/>
          </a:xfrm>
          <a:custGeom>
            <a:avLst/>
            <a:gdLst>
              <a:gd name="connsiteX0" fmla="*/ 0 w 540000"/>
              <a:gd name="connsiteY0" fmla="*/ 0 h 1080000"/>
              <a:gd name="connsiteX1" fmla="*/ 540000 w 540000"/>
              <a:gd name="connsiteY1" fmla="*/ 540000 h 1080000"/>
              <a:gd name="connsiteX2" fmla="*/ 0 w 540000"/>
              <a:gd name="connsiteY2" fmla="*/ 1080000 h 10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40000" h="1080000">
                <a:moveTo>
                  <a:pt x="0" y="0"/>
                </a:moveTo>
                <a:cubicBezTo>
                  <a:pt x="298234" y="0"/>
                  <a:pt x="540000" y="241766"/>
                  <a:pt x="540000" y="540000"/>
                </a:cubicBezTo>
                <a:cubicBezTo>
                  <a:pt x="540000" y="838234"/>
                  <a:pt x="298234" y="1080000"/>
                  <a:pt x="0" y="108000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26" name="Ecken des Rechtecks auf der gleichen Seite abrunden 25">
            <a:extLst>
              <a:ext uri="{FF2B5EF4-FFF2-40B4-BE49-F238E27FC236}">
                <a16:creationId xmlns:a16="http://schemas.microsoft.com/office/drawing/2014/main" id="{FC0F0F63-C19D-31D4-A83B-24518F5AD492}"/>
              </a:ext>
            </a:extLst>
          </p:cNvPr>
          <p:cNvSpPr/>
          <p:nvPr userDrawn="1"/>
        </p:nvSpPr>
        <p:spPr bwMode="gray">
          <a:xfrm rot="10800000">
            <a:off x="9529189" y="-12151"/>
            <a:ext cx="3678099" cy="1011681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DA679B1-E2E7-9F8B-8FE8-9674FA97153F}"/>
              </a:ext>
            </a:extLst>
          </p:cNvPr>
          <p:cNvGrpSpPr/>
          <p:nvPr userDrawn="1"/>
        </p:nvGrpSpPr>
        <p:grpSpPr>
          <a:xfrm flipH="1">
            <a:off x="9205511" y="1991779"/>
            <a:ext cx="2984900" cy="1979629"/>
            <a:chOff x="-1590" y="-5"/>
            <a:chExt cx="2984900" cy="1979629"/>
          </a:xfrm>
        </p:grpSpPr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39C6DDD-D071-7EE3-FADB-477592CF60CA}"/>
                </a:ext>
              </a:extLst>
            </p:cNvPr>
            <p:cNvSpPr/>
            <p:nvPr userDrawn="1"/>
          </p:nvSpPr>
          <p:spPr bwMode="gray">
            <a:xfrm rot="10800000">
              <a:off x="961532" y="-3"/>
              <a:ext cx="1508289" cy="100473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29" name="Träne 28">
              <a:extLst>
                <a:ext uri="{FF2B5EF4-FFF2-40B4-BE49-F238E27FC236}">
                  <a16:creationId xmlns:a16="http://schemas.microsoft.com/office/drawing/2014/main" id="{264D79A3-2E31-2CE4-11AD-2D15EDB1B7CA}"/>
                </a:ext>
              </a:extLst>
            </p:cNvPr>
            <p:cNvSpPr/>
            <p:nvPr userDrawn="1"/>
          </p:nvSpPr>
          <p:spPr bwMode="gray">
            <a:xfrm rot="10800000">
              <a:off x="1978410" y="-2"/>
              <a:ext cx="1004900" cy="1004738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0C280F4A-4214-436B-55DF-FCC5C88B5701}"/>
                </a:ext>
              </a:extLst>
            </p:cNvPr>
            <p:cNvSpPr/>
            <p:nvPr userDrawn="1"/>
          </p:nvSpPr>
          <p:spPr bwMode="gray">
            <a:xfrm rot="10800000">
              <a:off x="-1590" y="-5"/>
              <a:ext cx="1980000" cy="1979629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33" name="Freihandform 32">
            <a:extLst>
              <a:ext uri="{FF2B5EF4-FFF2-40B4-BE49-F238E27FC236}">
                <a16:creationId xmlns:a16="http://schemas.microsoft.com/office/drawing/2014/main" id="{61A21602-055F-1A95-47F1-F6768C5BDE3F}"/>
              </a:ext>
            </a:extLst>
          </p:cNvPr>
          <p:cNvSpPr/>
          <p:nvPr userDrawn="1"/>
        </p:nvSpPr>
        <p:spPr bwMode="gray">
          <a:xfrm>
            <a:off x="5935088" y="4516176"/>
            <a:ext cx="3123013" cy="979644"/>
          </a:xfrm>
          <a:custGeom>
            <a:avLst/>
            <a:gdLst>
              <a:gd name="connsiteX0" fmla="*/ 489823 w 3123013"/>
              <a:gd name="connsiteY0" fmla="*/ 0 h 979644"/>
              <a:gd name="connsiteX1" fmla="*/ 2633191 w 3123013"/>
              <a:gd name="connsiteY1" fmla="*/ 1 h 979644"/>
              <a:gd name="connsiteX2" fmla="*/ 2637576 w 3123013"/>
              <a:gd name="connsiteY2" fmla="*/ 443 h 979644"/>
              <a:gd name="connsiteX3" fmla="*/ 3123013 w 3123013"/>
              <a:gd name="connsiteY3" fmla="*/ 443 h 979644"/>
              <a:gd name="connsiteX4" fmla="*/ 3123013 w 3123013"/>
              <a:gd name="connsiteY4" fmla="*/ 489822 h 979644"/>
              <a:gd name="connsiteX5" fmla="*/ 3123013 w 3123013"/>
              <a:gd name="connsiteY5" fmla="*/ 489823 h 979644"/>
              <a:gd name="connsiteX6" fmla="*/ 3123013 w 3123013"/>
              <a:gd name="connsiteY6" fmla="*/ 490043 h 979644"/>
              <a:gd name="connsiteX7" fmla="*/ 2633413 w 3123013"/>
              <a:gd name="connsiteY7" fmla="*/ 979643 h 979644"/>
              <a:gd name="connsiteX8" fmla="*/ 2633307 w 3123013"/>
              <a:gd name="connsiteY8" fmla="*/ 979633 h 979644"/>
              <a:gd name="connsiteX9" fmla="*/ 2633191 w 3123013"/>
              <a:gd name="connsiteY9" fmla="*/ 979644 h 979644"/>
              <a:gd name="connsiteX10" fmla="*/ 489822 w 3123013"/>
              <a:gd name="connsiteY10" fmla="*/ 979644 h 979644"/>
              <a:gd name="connsiteX11" fmla="*/ 0 w 3123013"/>
              <a:gd name="connsiteY11" fmla="*/ 489822 h 979644"/>
              <a:gd name="connsiteX12" fmla="*/ 1 w 3123013"/>
              <a:gd name="connsiteY12" fmla="*/ 489822 h 979644"/>
              <a:gd name="connsiteX13" fmla="*/ 489823 w 3123013"/>
              <a:gd name="connsiteY13" fmla="*/ 0 h 97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23013" h="979644">
                <a:moveTo>
                  <a:pt x="489823" y="0"/>
                </a:moveTo>
                <a:lnTo>
                  <a:pt x="2633191" y="1"/>
                </a:lnTo>
                <a:lnTo>
                  <a:pt x="2637576" y="443"/>
                </a:lnTo>
                <a:lnTo>
                  <a:pt x="3123013" y="443"/>
                </a:lnTo>
                <a:lnTo>
                  <a:pt x="3123013" y="489822"/>
                </a:lnTo>
                <a:lnTo>
                  <a:pt x="3123013" y="489823"/>
                </a:lnTo>
                <a:lnTo>
                  <a:pt x="3123013" y="490043"/>
                </a:lnTo>
                <a:cubicBezTo>
                  <a:pt x="3123013" y="760442"/>
                  <a:pt x="2903812" y="979643"/>
                  <a:pt x="2633413" y="979643"/>
                </a:cubicBezTo>
                <a:lnTo>
                  <a:pt x="2633307" y="979633"/>
                </a:lnTo>
                <a:lnTo>
                  <a:pt x="2633191" y="979644"/>
                </a:lnTo>
                <a:lnTo>
                  <a:pt x="489822" y="979644"/>
                </a:lnTo>
                <a:cubicBezTo>
                  <a:pt x="219301" y="979644"/>
                  <a:pt x="0" y="760343"/>
                  <a:pt x="0" y="489822"/>
                </a:cubicBezTo>
                <a:lnTo>
                  <a:pt x="1" y="489822"/>
                </a:lnTo>
                <a:cubicBezTo>
                  <a:pt x="1" y="219301"/>
                  <a:pt x="219302" y="0"/>
                  <a:pt x="489823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34" name="Ecken des Rechtecks auf der gleichen Seite abrunden 33">
            <a:extLst>
              <a:ext uri="{FF2B5EF4-FFF2-40B4-BE49-F238E27FC236}">
                <a16:creationId xmlns:a16="http://schemas.microsoft.com/office/drawing/2014/main" id="{653F5D4B-D26B-36FA-DE7D-0304DD6CCC7E}"/>
              </a:ext>
            </a:extLst>
          </p:cNvPr>
          <p:cNvSpPr/>
          <p:nvPr userDrawn="1"/>
        </p:nvSpPr>
        <p:spPr bwMode="gray">
          <a:xfrm rot="16200000">
            <a:off x="10350212" y="4662708"/>
            <a:ext cx="2520944" cy="1162639"/>
          </a:xfrm>
          <a:prstGeom prst="round2SameRect">
            <a:avLst>
              <a:gd name="adj1" fmla="val 38265"/>
              <a:gd name="adj2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BE1E2A0-CE6A-3E55-E670-6F82CB241E4D}"/>
              </a:ext>
            </a:extLst>
          </p:cNvPr>
          <p:cNvSpPr/>
          <p:nvPr userDrawn="1"/>
        </p:nvSpPr>
        <p:spPr bwMode="gray">
          <a:xfrm rot="10800000" flipH="1">
            <a:off x="9058729" y="3596891"/>
            <a:ext cx="1980000" cy="197962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</p:spTree>
    <p:extLst>
      <p:ext uri="{BB962C8B-B14F-4D97-AF65-F5344CB8AC3E}">
        <p14:creationId xmlns:p14="http://schemas.microsoft.com/office/powerpoint/2010/main" val="1165800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6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ubtitle"/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35375" y="193604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35375" y="3278903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35375" y="462177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445843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445843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445843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2014275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2014275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2014275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573101" y="193604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573101" y="3278903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573101" y="4621771"/>
            <a:ext cx="1062039" cy="815313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6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83568" y="232569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83568" y="3668556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83568" y="5011421"/>
            <a:ext cx="720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8052000" y="1936404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8052000" y="3279829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8052000" y="4622697"/>
            <a:ext cx="3600000" cy="814387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AE9257-91B7-44F3-6DB2-816167CFF79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1DB18FC-647A-6ED9-F985-63AA871420A7}"/>
              </a:ext>
            </a:extLst>
          </p:cNvPr>
          <p:cNvSpPr txBox="1"/>
          <p:nvPr userDrawn="1"/>
        </p:nvSpPr>
        <p:spPr bwMode="gray">
          <a:xfrm>
            <a:off x="2555913" y="969484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/>
          </a:p>
        </p:txBody>
      </p:sp>
    </p:spTree>
    <p:extLst>
      <p:ext uri="{BB962C8B-B14F-4D97-AF65-F5344CB8AC3E}">
        <p14:creationId xmlns:p14="http://schemas.microsoft.com/office/powerpoint/2010/main" val="2415131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0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8B217C8-114A-4C83-4F49-EC1CD01F1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5" name="Textplatzhalter 3">
            <a:extLst>
              <a:ext uri="{FF2B5EF4-FFF2-40B4-BE49-F238E27FC236}">
                <a16:creationId xmlns:a16="http://schemas.microsoft.com/office/drawing/2014/main" id="{157FABCF-FED3-CDA9-276E-BF0E052D2EE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3" y="256628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CAC524A7-C802-831F-065B-F32EF7A9F1E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3" y="349167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C2D1DE0D-AECB-CC93-317A-69D2A6BB973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 rot="5400000">
            <a:off x="1281191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8B439A33-42D1-4577-6BF3-FE74F5A8B6F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gray">
          <a:xfrm rot="5400000">
            <a:off x="1281191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3">
            <a:extLst>
              <a:ext uri="{FF2B5EF4-FFF2-40B4-BE49-F238E27FC236}">
                <a16:creationId xmlns:a16="http://schemas.microsoft.com/office/drawing/2014/main" id="{9D90C391-BBEE-4A44-3F4E-1ABE1FBB8E8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gray">
          <a:xfrm rot="5400000">
            <a:off x="1281191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70EC21B1-7FA6-D6B9-CB8B-EA65590F8F6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813623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5952D307-DDBF-AE3E-B008-CFC467E2359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813623" y="256679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1A985C5B-35CA-C213-EB21-D3A3D859751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1813623" y="349232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3">
            <a:extLst>
              <a:ext uri="{FF2B5EF4-FFF2-40B4-BE49-F238E27FC236}">
                <a16:creationId xmlns:a16="http://schemas.microsoft.com/office/drawing/2014/main" id="{42121433-249C-C3C5-DC54-0DCCAE0D08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gray">
          <a:xfrm>
            <a:off x="6703733" y="1640889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2" name="Textplatzhalter 3">
            <a:extLst>
              <a:ext uri="{FF2B5EF4-FFF2-40B4-BE49-F238E27FC236}">
                <a16:creationId xmlns:a16="http://schemas.microsoft.com/office/drawing/2014/main" id="{2B8690F9-0578-56C8-8822-F8EE95555E0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6703733" y="2566297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3" name="Textplatzhalter 3">
            <a:extLst>
              <a:ext uri="{FF2B5EF4-FFF2-40B4-BE49-F238E27FC236}">
                <a16:creationId xmlns:a16="http://schemas.microsoft.com/office/drawing/2014/main" id="{EFCCC8D0-6A55-52E5-B1D4-7ADFFAC7388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gray">
          <a:xfrm>
            <a:off x="6703733" y="3491705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24" name="Textplatzhalter 13">
            <a:extLst>
              <a:ext uri="{FF2B5EF4-FFF2-40B4-BE49-F238E27FC236}">
                <a16:creationId xmlns:a16="http://schemas.microsoft.com/office/drawing/2014/main" id="{96B43BF1-EC53-9CAE-52BD-44F0EF63876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gray">
          <a:xfrm rot="5400000">
            <a:off x="7444920" y="1983299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3">
            <a:extLst>
              <a:ext uri="{FF2B5EF4-FFF2-40B4-BE49-F238E27FC236}">
                <a16:creationId xmlns:a16="http://schemas.microsoft.com/office/drawing/2014/main" id="{D1E1A6E1-772A-9F55-3F2F-C9D09CA998C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 rot="5400000">
            <a:off x="7444920" y="2908707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38355E0F-A5A9-C7D9-ADF8-CD0651B3A1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 rot="5400000">
            <a:off x="7444920" y="3834115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C1AFEF3-0B74-D823-868F-8FBB1F7E14A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977352" y="164130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8" name="Textplatzhalter 17">
            <a:extLst>
              <a:ext uri="{FF2B5EF4-FFF2-40B4-BE49-F238E27FC236}">
                <a16:creationId xmlns:a16="http://schemas.microsoft.com/office/drawing/2014/main" id="{FD4CE1B8-C6F3-EF15-52E5-69E44ED07EE6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977352" y="256682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AA36499D-A9A1-73BE-90B1-08E03A83BFC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7977352" y="3492345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Textplatzhalter 3">
            <a:extLst>
              <a:ext uri="{FF2B5EF4-FFF2-40B4-BE49-F238E27FC236}">
                <a16:creationId xmlns:a16="http://schemas.microsoft.com/office/drawing/2014/main" id="{81DE1502-CE73-8298-D8C5-3A5D8568BC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540003" y="4417071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582811F0-06F9-4DE4-B020-1D77B9C5EDA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 bwMode="gray">
          <a:xfrm rot="5400000">
            <a:off x="1281191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6F3CB668-33C7-3559-F11F-7DC734C286DD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813623" y="4417862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7" name="Textplatzhalter 3">
            <a:extLst>
              <a:ext uri="{FF2B5EF4-FFF2-40B4-BE49-F238E27FC236}">
                <a16:creationId xmlns:a16="http://schemas.microsoft.com/office/drawing/2014/main" id="{4EC4C988-216D-D36C-800D-E7CA930BE08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6703733" y="4417113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1CCAF996-A951-A0F9-3400-723716D5FE1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 rot="5400000">
            <a:off x="7444920" y="4759523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82468B80-FE69-5872-C6AE-00B8B99DE600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>
          <a:xfrm>
            <a:off x="7977352" y="4417874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3">
            <a:extLst>
              <a:ext uri="{FF2B5EF4-FFF2-40B4-BE49-F238E27FC236}">
                <a16:creationId xmlns:a16="http://schemas.microsoft.com/office/drawing/2014/main" id="{48DB145D-15D9-9D0B-62E6-36FB7E6F55D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 bwMode="gray">
          <a:xfrm>
            <a:off x="54000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3" name="Textplatzhalter 13">
            <a:extLst>
              <a:ext uri="{FF2B5EF4-FFF2-40B4-BE49-F238E27FC236}">
                <a16:creationId xmlns:a16="http://schemas.microsoft.com/office/drawing/2014/main" id="{A786165B-AF5B-B959-7697-02D4FD033B0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 rot="5400000">
            <a:off x="1281191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4" name="Textplatzhalter 17">
            <a:extLst>
              <a:ext uri="{FF2B5EF4-FFF2-40B4-BE49-F238E27FC236}">
                <a16:creationId xmlns:a16="http://schemas.microsoft.com/office/drawing/2014/main" id="{202B2D3B-328C-8B2F-4D87-4699A60953E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>
          <a:xfrm>
            <a:off x="1813623" y="5342936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5" name="Textplatzhalter 3">
            <a:extLst>
              <a:ext uri="{FF2B5EF4-FFF2-40B4-BE49-F238E27FC236}">
                <a16:creationId xmlns:a16="http://schemas.microsoft.com/office/drawing/2014/main" id="{431642EA-BF56-4380-2A32-D46C38C57BC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 bwMode="gray">
          <a:xfrm>
            <a:off x="6703733" y="5342520"/>
            <a:ext cx="1062039" cy="720820"/>
          </a:xfrm>
        </p:spPr>
        <p:txBody>
          <a:bodyPr bIns="72000" anchor="ctr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5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 dirty="0"/>
              <a:t>NR</a:t>
            </a:r>
          </a:p>
        </p:txBody>
      </p:sp>
      <p:sp>
        <p:nvSpPr>
          <p:cNvPr id="36" name="Textplatzhalter 13">
            <a:extLst>
              <a:ext uri="{FF2B5EF4-FFF2-40B4-BE49-F238E27FC236}">
                <a16:creationId xmlns:a16="http://schemas.microsoft.com/office/drawing/2014/main" id="{136C8FD7-F04C-06A9-E468-391BF1D863A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 bwMode="gray">
          <a:xfrm rot="5400000">
            <a:off x="7444920" y="5684930"/>
            <a:ext cx="648000" cy="36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7" name="Textplatzhalter 17">
            <a:extLst>
              <a:ext uri="{FF2B5EF4-FFF2-40B4-BE49-F238E27FC236}">
                <a16:creationId xmlns:a16="http://schemas.microsoft.com/office/drawing/2014/main" id="{C358E050-5D2E-31D5-3DE5-9BA06FF64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gray">
          <a:xfrm>
            <a:off x="7977352" y="5343398"/>
            <a:ext cx="3674648" cy="720001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94523F32-FF9D-31E0-46B8-E1067549012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F66D26DE-7509-D6C2-9FB2-04A24087215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092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s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1371CE7E-63D6-B4E5-64A1-C24F9586E3B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D5B7FF04-A8B8-2C74-BD85-B758EFF5D65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767452D9-F2E0-270B-8485-AC0409566E3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464628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Basis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4BEE6E83-38CC-EACB-D6E1-A12EA544E0F8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cxnSp>
        <p:nvCxnSpPr>
          <p:cNvPr id="5" name="Straight Connector 8">
            <a:extLst>
              <a:ext uri="{FF2B5EF4-FFF2-40B4-BE49-F238E27FC236}">
                <a16:creationId xmlns:a16="http://schemas.microsoft.com/office/drawing/2014/main" id="{22B07E1B-A715-5FC6-DCBE-9F4ED8650D4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164EDB1D-D840-7CD1-71B6-9629A6C3877A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9DDECA5-A066-00E2-0A0B-20F8CDB49D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9834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_Basis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5">
            <a:extLst>
              <a:ext uri="{FF2B5EF4-FFF2-40B4-BE49-F238E27FC236}">
                <a16:creationId xmlns:a16="http://schemas.microsoft.com/office/drawing/2014/main" id="{9996B166-0B30-ECDE-3951-BE579B226BD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67FC0A08-A563-B457-62A7-B3683F1470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3F3AAC92-C29A-CAB8-1D8D-A5F06D0A7ED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5" name="Datumsplatzhalter 6">
            <a:extLst>
              <a:ext uri="{FF2B5EF4-FFF2-40B4-BE49-F238E27FC236}">
                <a16:creationId xmlns:a16="http://schemas.microsoft.com/office/drawing/2014/main" id="{78B455D1-9C0B-396A-3A60-C09D542EEACA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540433-DD97-9CC6-73FE-F713798D28D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18A4C0A-D6F8-074F-DFD5-C06E045E4A3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390820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Spalte Inhalt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cxnSp>
        <p:nvCxnSpPr>
          <p:cNvPr id="2" name="Straight Connector 8">
            <a:extLst>
              <a:ext uri="{FF2B5EF4-FFF2-40B4-BE49-F238E27FC236}">
                <a16:creationId xmlns:a16="http://schemas.microsoft.com/office/drawing/2014/main" id="{B4568DE3-CFE6-96A7-0F60-2CE4CE37EA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hteck 2">
            <a:extLst>
              <a:ext uri="{FF2B5EF4-FFF2-40B4-BE49-F238E27FC236}">
                <a16:creationId xmlns:a16="http://schemas.microsoft.com/office/drawing/2014/main" id="{C22C5470-F3B5-62ED-2CEA-0B73B39344E5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418358E0-EB1A-8F8C-6AFA-CE1D12102E0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052230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 Basis 1HL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1111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193F667-5A7C-6FC2-73C3-8B45FDC803D5}"/>
              </a:ext>
            </a:extLst>
          </p:cNvPr>
          <p:cNvSpPr/>
          <p:nvPr userDrawn="1"/>
        </p:nvSpPr>
        <p:spPr bwMode="gray">
          <a:xfrm>
            <a:off x="400693" y="1191802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cxnSp>
        <p:nvCxnSpPr>
          <p:cNvPr id="8" name="Straight Connector 8">
            <a:extLst>
              <a:ext uri="{FF2B5EF4-FFF2-40B4-BE49-F238E27FC236}">
                <a16:creationId xmlns:a16="http://schemas.microsoft.com/office/drawing/2014/main" id="{302F2471-F54C-A94C-4B7B-2A1944F1E1B7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5">
            <a:extLst>
              <a:ext uri="{FF2B5EF4-FFF2-40B4-BE49-F238E27FC236}">
                <a16:creationId xmlns:a16="http://schemas.microsoft.com/office/drawing/2014/main" id="{AB4F7139-E249-FDD7-41B0-37E426B0780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E675394-1C73-E3BE-B2BF-8F88CB91DDC2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9A4914D5-CD1C-91D9-9CC9-9D245E64B5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10" name="Foliennummernplatzhalter 8">
            <a:extLst>
              <a:ext uri="{FF2B5EF4-FFF2-40B4-BE49-F238E27FC236}">
                <a16:creationId xmlns:a16="http://schemas.microsoft.com/office/drawing/2014/main" id="{6E392A04-143E-1F5C-920D-35B9FA64C2F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419554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BA6988E0-CF27-6F7B-051C-01D83490E8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F3AC6AA-7EE2-615F-17B8-57EF4790FC0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37082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Zita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76000" y="1343027"/>
            <a:ext cx="5916000" cy="4965521"/>
          </a:xfrm>
          <a:prstGeom prst="roundRect">
            <a:avLst>
              <a:gd name="adj" fmla="val 9301"/>
            </a:avLst>
          </a:prstGeom>
          <a:solidFill>
            <a:schemeClr val="accent1"/>
          </a:solidFill>
        </p:spPr>
        <p:txBody>
          <a:bodyPr wrap="square" lIns="720000" tIns="360000" rIns="720000" bIns="360000" anchor="ctr" anchorCtr="0">
            <a:noAutofit/>
          </a:bodyPr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2" y="6020548"/>
            <a:ext cx="5400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3A306024-9C95-2495-A8D3-C770E034B00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2A0A7518-710A-6F47-438B-3B2A3D472F5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99851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4332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09D5253A-D565-7F8D-FD2E-AC147E93B844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72A7860-AF9F-82E2-DA55-12674D25C5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0" name="Titel 5">
            <a:extLst>
              <a:ext uri="{FF2B5EF4-FFF2-40B4-BE49-F238E27FC236}">
                <a16:creationId xmlns:a16="http://schemas.microsoft.com/office/drawing/2014/main" id="{5F9FE149-61F0-6F1F-C930-401BCD3723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77559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Inhalt 1/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4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8124000" y="1728000"/>
            <a:ext cx="3528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76660D08-8E54-FBFD-4E85-8BE84FA93DB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627FCEE5-6C7B-8D55-2B72-27351A8C2B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0BB3BDE4-F447-1BD3-8211-36CC9E53746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9734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/2 Zeilen Inhalt 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4A254BC8-2D1E-43EB-1900-C21EB99DD180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2" name="Inhaltsplatzhalter 5">
            <a:extLst>
              <a:ext uri="{FF2B5EF4-FFF2-40B4-BE49-F238E27FC236}">
                <a16:creationId xmlns:a16="http://schemas.microsoft.com/office/drawing/2014/main" id="{7D584AB1-5DB0-EA9E-F459-20F8DC8D835F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6252000" y="1728000"/>
            <a:ext cx="5400000" cy="23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Textplatzhalter 5">
            <a:extLst>
              <a:ext uri="{FF2B5EF4-FFF2-40B4-BE49-F238E27FC236}">
                <a16:creationId xmlns:a16="http://schemas.microsoft.com/office/drawing/2014/main" id="{099263C8-394F-8B8B-EAFA-25F69C3E450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1829BD12-AEEB-27EA-6591-86E13871D9B0}"/>
              </a:ext>
            </a:extLst>
          </p:cNvPr>
          <p:cNvSpPr>
            <a:spLocks noGrp="1"/>
          </p:cNvSpPr>
          <p:nvPr>
            <p:ph sz="quarter" idx="21"/>
          </p:nvPr>
        </p:nvSpPr>
        <p:spPr bwMode="gray">
          <a:xfrm>
            <a:off x="540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Inhaltsplatzhalter 5">
            <a:extLst>
              <a:ext uri="{FF2B5EF4-FFF2-40B4-BE49-F238E27FC236}">
                <a16:creationId xmlns:a16="http://schemas.microsoft.com/office/drawing/2014/main" id="{5A407BCC-BE92-C697-C914-2586840781D0}"/>
              </a:ext>
            </a:extLst>
          </p:cNvPr>
          <p:cNvSpPr>
            <a:spLocks noGrp="1"/>
          </p:cNvSpPr>
          <p:nvPr>
            <p:ph sz="quarter" idx="22"/>
          </p:nvPr>
        </p:nvSpPr>
        <p:spPr bwMode="gray">
          <a:xfrm>
            <a:off x="6252000" y="4346081"/>
            <a:ext cx="5400000" cy="1521925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6EFB16F-67A5-3015-E165-B15B61FA8F2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D03F86F-38FA-DD08-BBBA-B69F6E46123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341284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2" y="6020548"/>
            <a:ext cx="11112001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2" y="1728000"/>
            <a:ext cx="7320001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8124000" y="1341679"/>
            <a:ext cx="4068000" cy="4526327"/>
          </a:xfrm>
          <a:prstGeom prst="round2DiagRect">
            <a:avLst>
              <a:gd name="adj1" fmla="val 11048"/>
              <a:gd name="adj2" fmla="val 0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1ADDAAD3-8C90-C436-2FB2-C0E7F7F8A1A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gray">
          <a:xfrm>
            <a:off x="8124001" y="5183307"/>
            <a:ext cx="4068000" cy="684694"/>
          </a:xfrm>
          <a:solidFill>
            <a:schemeClr val="bg1">
              <a:alpha val="62772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  <p:sp>
        <p:nvSpPr>
          <p:cNvPr id="11" name="Subtitle">
            <a:extLst>
              <a:ext uri="{FF2B5EF4-FFF2-40B4-BE49-F238E27FC236}">
                <a16:creationId xmlns:a16="http://schemas.microsoft.com/office/drawing/2014/main" id="{A1347CF6-A22F-4A86-BEDF-5E197C1098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4" name="Titel 5">
            <a:extLst>
              <a:ext uri="{FF2B5EF4-FFF2-40B4-BE49-F238E27FC236}">
                <a16:creationId xmlns:a16="http://schemas.microsoft.com/office/drawing/2014/main" id="{711EE83A-2BB5-A9EA-8760-727BA5B03A7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145925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4" y="0"/>
            <a:ext cx="5940001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CA61B560-CF7F-E813-D84E-F0F3ECA8AE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39F4348-9986-1829-2913-25EB57F6925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1770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13EFE7C-F956-1318-08D0-3533C764B8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F862076-240E-C6CE-E482-133D560F9CA9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05530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1" y="1728000"/>
            <a:ext cx="3233779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760399" y="1728000"/>
            <a:ext cx="4891604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3" name="Bildplatzhalter 4">
            <a:extLst>
              <a:ext uri="{FF2B5EF4-FFF2-40B4-BE49-F238E27FC236}">
                <a16:creationId xmlns:a16="http://schemas.microsoft.com/office/drawing/2014/main" id="{53B1DDE3-1BA7-9A47-EE52-D0832DC5F133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3941171" y="1728000"/>
            <a:ext cx="2651839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6" name="Subtitle">
            <a:extLst>
              <a:ext uri="{FF2B5EF4-FFF2-40B4-BE49-F238E27FC236}">
                <a16:creationId xmlns:a16="http://schemas.microsoft.com/office/drawing/2014/main" id="{0B2B4CD9-A441-EBB9-9736-41DF70A92B2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2" name="Titel 5">
            <a:extLst>
              <a:ext uri="{FF2B5EF4-FFF2-40B4-BE49-F238E27FC236}">
                <a16:creationId xmlns:a16="http://schemas.microsoft.com/office/drawing/2014/main" id="{8C56E851-08CB-B720-BBF4-37CA2DB00E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13714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 Inhalt + Bild_1HL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5" y="6020548"/>
            <a:ext cx="539999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cxnSp>
        <p:nvCxnSpPr>
          <p:cNvPr id="3" name="Straight Connector 8">
            <a:extLst>
              <a:ext uri="{FF2B5EF4-FFF2-40B4-BE49-F238E27FC236}">
                <a16:creationId xmlns:a16="http://schemas.microsoft.com/office/drawing/2014/main" id="{C139267C-758D-19ED-E2E7-D54E2840BFF1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038190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hteck 5">
            <a:extLst>
              <a:ext uri="{FF2B5EF4-FFF2-40B4-BE49-F238E27FC236}">
                <a16:creationId xmlns:a16="http://schemas.microsoft.com/office/drawing/2014/main" id="{8BC89BFE-761E-95AE-EE84-621E157C003F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13" name="Titel 5">
            <a:extLst>
              <a:ext uri="{FF2B5EF4-FFF2-40B4-BE49-F238E27FC236}">
                <a16:creationId xmlns:a16="http://schemas.microsoft.com/office/drawing/2014/main" id="{86E2C9D6-589A-4600-9034-1706C5B29C4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94769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 Inhalt + Bild_ohneFusszeil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B8B98916-DB96-E7E1-BF37-247A5861035C}"/>
              </a:ext>
            </a:extLst>
          </p:cNvPr>
          <p:cNvSpPr/>
          <p:nvPr userDrawn="1"/>
        </p:nvSpPr>
        <p:spPr bwMode="gray">
          <a:xfrm>
            <a:off x="9077455" y="1343026"/>
            <a:ext cx="4375656" cy="4965522"/>
          </a:xfrm>
          <a:prstGeom prst="roundRect">
            <a:avLst>
              <a:gd name="adj" fmla="val 7125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4" name="Inhaltsplatzhalter 5">
            <a:extLst>
              <a:ext uri="{FF2B5EF4-FFF2-40B4-BE49-F238E27FC236}">
                <a16:creationId xmlns:a16="http://schemas.microsoft.com/office/drawing/2014/main" id="{4FA07D1B-54B2-26D7-4D67-D390D233BD82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1728000"/>
            <a:ext cx="540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7C1557C-A730-DBA3-D376-FB3097FEF3AF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252000" y="1728000"/>
            <a:ext cx="5400000" cy="4158481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3F8AEEB5-BC44-1476-EF9C-1146AB445EF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7" name="Titel 5">
            <a:extLst>
              <a:ext uri="{FF2B5EF4-FFF2-40B4-BE49-F238E27FC236}">
                <a16:creationId xmlns:a16="http://schemas.microsoft.com/office/drawing/2014/main" id="{5E3BB8B0-F0DF-EB98-4262-9CD69FEF9B64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8" name="Datumsplatzhalter 6">
            <a:extLst>
              <a:ext uri="{FF2B5EF4-FFF2-40B4-BE49-F238E27FC236}">
                <a16:creationId xmlns:a16="http://schemas.microsoft.com/office/drawing/2014/main" id="{4582D6F4-34C4-73B6-17DE-DD68875DF596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9" name="Fußzeilenplatzhalter 7">
            <a:extLst>
              <a:ext uri="{FF2B5EF4-FFF2-40B4-BE49-F238E27FC236}">
                <a16:creationId xmlns:a16="http://schemas.microsoft.com/office/drawing/2014/main" id="{E5DAF59F-8181-8931-A211-7FA0A86EC9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11" name="Foliennummernplatzhalter 8">
            <a:extLst>
              <a:ext uri="{FF2B5EF4-FFF2-40B4-BE49-F238E27FC236}">
                <a16:creationId xmlns:a16="http://schemas.microsoft.com/office/drawing/2014/main" id="{D18C086B-FF2D-3D9D-4516-EE00D371935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873609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 Inhalt + Bilder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1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227C87D-1EBD-DE71-64CA-8F2BC8AF6D45}"/>
              </a:ext>
            </a:extLst>
          </p:cNvPr>
          <p:cNvSpPr>
            <a:spLocks noGrp="1" noChangeAspect="1"/>
          </p:cNvSpPr>
          <p:nvPr>
            <p:ph type="pic" sz="quarter" idx="19"/>
          </p:nvPr>
        </p:nvSpPr>
        <p:spPr bwMode="gray">
          <a:xfrm>
            <a:off x="4128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E62E7437-B246-7E60-400E-1513A4618D4E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8256000" y="1727999"/>
            <a:ext cx="3936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38166" y="4232201"/>
            <a:ext cx="11117263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733F54FC-DF26-8374-0999-215822BFF2C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E89CBAA1-D7E7-44C5-3FEF-4ADD29D9A13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733510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2769902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232201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D0B81AC2-BE9A-E8F2-7614-A44D14DEED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33384DF6-53AD-B41E-8C76-46AE68213626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11" name="Inhaltsplatzhalter 9">
            <a:extLst>
              <a:ext uri="{FF2B5EF4-FFF2-40B4-BE49-F238E27FC236}">
                <a16:creationId xmlns:a16="http://schemas.microsoft.com/office/drawing/2014/main" id="{DC589DCD-0883-9ECB-2B5C-2CC68B2235E6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4722296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9514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D37C1EFB-1B1D-3047-9780-B89F6A88D18B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40000" y="5184405"/>
            <a:ext cx="11112000" cy="1145704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A727B6A3-F0C1-98FE-EC4F-45C15597D169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7999"/>
            <a:ext cx="12192000" cy="3376886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A46E780D-AEF5-92D3-DDE3-B3A1724A5E72}"/>
              </a:ext>
            </a:extLst>
          </p:cNvPr>
          <p:cNvSpPr/>
          <p:nvPr userDrawn="1"/>
        </p:nvSpPr>
        <p:spPr bwMode="gray">
          <a:xfrm>
            <a:off x="540004" y="4839185"/>
            <a:ext cx="11115425" cy="26570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sp>
        <p:nvSpPr>
          <p:cNvPr id="5" name="Subtitle">
            <a:extLst>
              <a:ext uri="{FF2B5EF4-FFF2-40B4-BE49-F238E27FC236}">
                <a16:creationId xmlns:a16="http://schemas.microsoft.com/office/drawing/2014/main" id="{FABD7B83-A72F-C384-AF06-9302DAC7356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1" name="Titel 5">
            <a:extLst>
              <a:ext uri="{FF2B5EF4-FFF2-40B4-BE49-F238E27FC236}">
                <a16:creationId xmlns:a16="http://schemas.microsoft.com/office/drawing/2014/main" id="{3DA61294-FD76-1050-9A8D-6C090A1FD92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65009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E5705570-DF63-C80D-DC16-A121A7C7C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9547E540-028E-809B-5018-43AFF977EBDD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76381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586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</p:spTree>
    <p:extLst>
      <p:ext uri="{BB962C8B-B14F-4D97-AF65-F5344CB8AC3E}">
        <p14:creationId xmlns:p14="http://schemas.microsoft.com/office/powerpoint/2010/main" val="1779086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59104"/>
            <a:ext cx="3349981" cy="3877792"/>
          </a:xfrm>
          <a:prstGeom prst="roundRect">
            <a:avLst>
              <a:gd name="adj" fmla="val 6772"/>
            </a:avLst>
          </a:prstGeom>
          <a:solidFill>
            <a:schemeClr val="accent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bg1"/>
              </a:buClr>
              <a:defRPr sz="16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8EDD465-6470-711A-FB34-952E21949C43}"/>
              </a:ext>
            </a:extLst>
          </p:cNvPr>
          <p:cNvSpPr txBox="1"/>
          <p:nvPr userDrawn="1"/>
        </p:nvSpPr>
        <p:spPr bwMode="gray">
          <a:xfrm>
            <a:off x="9575515" y="68836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6" name="Datumsplatzhalter 6">
            <a:extLst>
              <a:ext uri="{FF2B5EF4-FFF2-40B4-BE49-F238E27FC236}">
                <a16:creationId xmlns:a16="http://schemas.microsoft.com/office/drawing/2014/main" id="{88FBA2FE-2221-CAAF-14C9-4B49A6E85835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>
          <a:xfrm>
            <a:off x="9525403" y="6493063"/>
            <a:ext cx="1765820" cy="288000"/>
          </a:xfrm>
        </p:spPr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7" name="Fußzeilenplatzhalter 7">
            <a:extLst>
              <a:ext uri="{FF2B5EF4-FFF2-40B4-BE49-F238E27FC236}">
                <a16:creationId xmlns:a16="http://schemas.microsoft.com/office/drawing/2014/main" id="{B6661BE8-99AB-A0E3-693E-949BB842B0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>
          <a:xfrm>
            <a:off x="540000" y="6493063"/>
            <a:ext cx="7560000" cy="288000"/>
          </a:xfrm>
        </p:spPr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8" name="Foliennummernplatzhalter 8">
            <a:extLst>
              <a:ext uri="{FF2B5EF4-FFF2-40B4-BE49-F238E27FC236}">
                <a16:creationId xmlns:a16="http://schemas.microsoft.com/office/drawing/2014/main" id="{33C978E7-FBFE-236C-7014-D10F39C1CCA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>
          <a:xfrm>
            <a:off x="11341456" y="6493063"/>
            <a:ext cx="310544" cy="288000"/>
          </a:xfrm>
        </p:spPr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303964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ildplatzhalter 3">
            <a:extLst>
              <a:ext uri="{FF2B5EF4-FFF2-40B4-BE49-F238E27FC236}">
                <a16:creationId xmlns:a16="http://schemas.microsoft.com/office/drawing/2014/main" id="{F58FD181-5531-166F-71B4-B8F57A29853A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1728000"/>
            <a:ext cx="12192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76DFD0F5-2CB0-94E3-FC1C-8065D062848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533" y="6020548"/>
            <a:ext cx="11110939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1FB0F97-2B46-4B62-92A2-1FEE846A66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8302020" y="1840230"/>
            <a:ext cx="3349981" cy="3896666"/>
          </a:xfrm>
          <a:prstGeom prst="roundRect">
            <a:avLst>
              <a:gd name="adj" fmla="val 9502"/>
            </a:avLst>
          </a:prstGeom>
          <a:solidFill>
            <a:schemeClr val="bg1">
              <a:alpha val="90000"/>
            </a:schemeClr>
          </a:solidFill>
        </p:spPr>
        <p:txBody>
          <a:bodyPr lIns="288000" tIns="288000" rIns="288000" bIns="288000"/>
          <a:lstStyle>
            <a:lvl1pPr>
              <a:buClr>
                <a:schemeClr val="accent1"/>
              </a:buClr>
              <a:defRPr sz="16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8C834D37-8290-7EC9-1D48-400E8CD350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2B5094DC-4193-9938-7288-EC722244EF2B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8297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 Inhalt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5FEC8DFB-6EF3-6A2C-CE7F-228134656AB7}"/>
              </a:ext>
            </a:extLst>
          </p:cNvPr>
          <p:cNvSpPr/>
          <p:nvPr userDrawn="1"/>
        </p:nvSpPr>
        <p:spPr bwMode="gray">
          <a:xfrm>
            <a:off x="400693" y="1181528"/>
            <a:ext cx="1654139" cy="2465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de-DE" sz="1400" dirty="0" err="1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11" name="Bildplatzhalter 3">
            <a:extLst>
              <a:ext uri="{FF2B5EF4-FFF2-40B4-BE49-F238E27FC236}">
                <a16:creationId xmlns:a16="http://schemas.microsoft.com/office/drawing/2014/main" id="{4D41A984-A6E0-46DE-7D1E-938B448B479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252000" y="1287552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6CF18E5B-64DF-F042-A224-59AF58C58D5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 bwMode="gray">
          <a:xfrm>
            <a:off x="6252000" y="3708000"/>
            <a:ext cx="5400000" cy="2160000"/>
          </a:xfrm>
          <a:prstGeom prst="roundRect">
            <a:avLst/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35B42AE5-B0FF-9273-55D9-CFC2E4C955C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40000" y="1255589"/>
            <a:ext cx="5400000" cy="4580444"/>
          </a:xfrm>
          <a:prstGeom prst="roundRect">
            <a:avLst>
              <a:gd name="adj" fmla="val 7684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2F76DCC3-FF69-B4FD-0213-CDABFD16AAD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540000" y="5183308"/>
            <a:ext cx="5400000" cy="684694"/>
          </a:xfrm>
          <a:solidFill>
            <a:schemeClr val="bg1">
              <a:alpha val="90000"/>
            </a:schemeClr>
          </a:solidFill>
        </p:spPr>
        <p:txBody>
          <a:bodyPr wrap="square" lIns="180000" tIns="180000" rIns="180000" bIns="180000" anchor="b" anchorCtr="0">
            <a:spAutoFit/>
          </a:bodyPr>
          <a:lstStyle>
            <a:lvl1pPr marL="0" indent="0">
              <a:buNone/>
              <a:defRPr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Bildbeschreibung</a:t>
            </a:r>
          </a:p>
        </p:txBody>
      </p:sp>
    </p:spTree>
    <p:extLst>
      <p:ext uri="{BB962C8B-B14F-4D97-AF65-F5344CB8AC3E}">
        <p14:creationId xmlns:p14="http://schemas.microsoft.com/office/powerpoint/2010/main" val="1801520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Inhal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8D9B258E-B0C2-507A-7B5E-39C48203A57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1126997" y="1837821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Textplatzhalter 13">
            <a:extLst>
              <a:ext uri="{FF2B5EF4-FFF2-40B4-BE49-F238E27FC236}">
                <a16:creationId xmlns:a16="http://schemas.microsoft.com/office/drawing/2014/main" id="{B0D378B3-9B07-827B-284E-9681B1B466A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1126997" y="2083134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CA3F5608-690A-58C3-7CE7-35C47F1D41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4991367" y="1948277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E9379043-16E5-CC47-7790-C8FC40EB9D03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1126997" y="2560565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0A4AB670-2820-6C16-5A91-2575B7FC134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1126997" y="280587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619C7180-B8D1-2CB2-A9F6-19F3D752A10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4991367" y="267102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9E0F91FA-E60E-C819-47EA-CACF969DCCF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1126997" y="3283309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885A10CC-9BF3-1889-CE8C-25089DE382E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1126997" y="352862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30B72454-037A-DCBC-BF59-B4DEB4DCE9A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4991367" y="339376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3ABBB406-5249-8395-6BDA-09E0E214EB3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126997" y="400605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3">
            <a:extLst>
              <a:ext uri="{FF2B5EF4-FFF2-40B4-BE49-F238E27FC236}">
                <a16:creationId xmlns:a16="http://schemas.microsoft.com/office/drawing/2014/main" id="{8D2432DD-2DA2-0561-5C4A-FE3FC47BDAA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1126997" y="425136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3" name="Textplatzhalter 17">
            <a:extLst>
              <a:ext uri="{FF2B5EF4-FFF2-40B4-BE49-F238E27FC236}">
                <a16:creationId xmlns:a16="http://schemas.microsoft.com/office/drawing/2014/main" id="{3B5166E5-235A-D20E-6BC9-D1A599B8344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4991367" y="411650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5" name="Textplatzhalter 17">
            <a:extLst>
              <a:ext uri="{FF2B5EF4-FFF2-40B4-BE49-F238E27FC236}">
                <a16:creationId xmlns:a16="http://schemas.microsoft.com/office/drawing/2014/main" id="{DD20F309-AB1E-64EB-00D2-F1B4E493B93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1126997" y="4728797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3">
            <a:extLst>
              <a:ext uri="{FF2B5EF4-FFF2-40B4-BE49-F238E27FC236}">
                <a16:creationId xmlns:a16="http://schemas.microsoft.com/office/drawing/2014/main" id="{413069BD-3FDA-098A-2ACB-D69D6EC059C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 bwMode="gray">
          <a:xfrm>
            <a:off x="1126997" y="497411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C11238BF-0BA9-437C-25BB-8BAED1C7ACA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 bwMode="gray">
          <a:xfrm>
            <a:off x="4991367" y="483925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7FFCC405-161D-7574-52E8-3315C95E4328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>
          <a:xfrm>
            <a:off x="1126997" y="5451543"/>
            <a:ext cx="360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3">
            <a:extLst>
              <a:ext uri="{FF2B5EF4-FFF2-40B4-BE49-F238E27FC236}">
                <a16:creationId xmlns:a16="http://schemas.microsoft.com/office/drawing/2014/main" id="{0C489351-2F4B-D4F4-B749-FEBBF6EA0A6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 bwMode="gray">
          <a:xfrm>
            <a:off x="1126997" y="569685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1" name="Textplatzhalter 17">
            <a:extLst>
              <a:ext uri="{FF2B5EF4-FFF2-40B4-BE49-F238E27FC236}">
                <a16:creationId xmlns:a16="http://schemas.microsoft.com/office/drawing/2014/main" id="{079FFA5B-C1F3-B809-708C-59E42F480F3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 bwMode="gray">
          <a:xfrm>
            <a:off x="4991367" y="556199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3" name="Inhaltsplatzhalter 5">
            <a:extLst>
              <a:ext uri="{FF2B5EF4-FFF2-40B4-BE49-F238E27FC236}">
                <a16:creationId xmlns:a16="http://schemas.microsoft.com/office/drawing/2014/main" id="{312509A8-F2BD-1171-7348-ACC2C8F2C0BB}"/>
              </a:ext>
            </a:extLst>
          </p:cNvPr>
          <p:cNvSpPr>
            <a:spLocks noGrp="1"/>
          </p:cNvSpPr>
          <p:nvPr>
            <p:ph sz="quarter" idx="50"/>
          </p:nvPr>
        </p:nvSpPr>
        <p:spPr bwMode="gray">
          <a:xfrm>
            <a:off x="6576000" y="3895883"/>
            <a:ext cx="5076000" cy="1972118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355E6C0-30AF-B630-3DE9-E4E106A4A2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4" name="Titel 5">
            <a:extLst>
              <a:ext uri="{FF2B5EF4-FFF2-40B4-BE49-F238E27FC236}">
                <a16:creationId xmlns:a16="http://schemas.microsoft.com/office/drawing/2014/main" id="{C351CF62-86BE-BA58-B4D1-D9B9F722BCC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95141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lken +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6" name="Bildplatzhalter 3">
            <a:extLst>
              <a:ext uri="{FF2B5EF4-FFF2-40B4-BE49-F238E27FC236}">
                <a16:creationId xmlns:a16="http://schemas.microsoft.com/office/drawing/2014/main" id="{5148F175-AA4D-D5B2-7712-393A43F12E38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538167" y="1847527"/>
            <a:ext cx="4183127" cy="3638841"/>
          </a:xfrm>
          <a:prstGeom prst="round2DiagRect">
            <a:avLst>
              <a:gd name="adj1" fmla="val 0"/>
              <a:gd name="adj2" fmla="val 14135"/>
            </a:avLst>
          </a:prstGeom>
          <a:noFill/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0" name="Textplatzhalter 17">
            <a:extLst>
              <a:ext uri="{FF2B5EF4-FFF2-40B4-BE49-F238E27FC236}">
                <a16:creationId xmlns:a16="http://schemas.microsoft.com/office/drawing/2014/main" id="{6CFC1198-19D8-60AF-38B8-2848F5C344A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322707" y="2502995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24C1F6E7-E414-C8EC-E907-6ABCE59F20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gray">
          <a:xfrm>
            <a:off x="5322707" y="2748308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2" name="Textplatzhalter 17">
            <a:extLst>
              <a:ext uri="{FF2B5EF4-FFF2-40B4-BE49-F238E27FC236}">
                <a16:creationId xmlns:a16="http://schemas.microsoft.com/office/drawing/2014/main" id="{5F92D0F3-F66D-C615-9FC8-59BDC196FBF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gray">
          <a:xfrm>
            <a:off x="10659551" y="2613451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4" name="Textplatzhalter 17">
            <a:extLst>
              <a:ext uri="{FF2B5EF4-FFF2-40B4-BE49-F238E27FC236}">
                <a16:creationId xmlns:a16="http://schemas.microsoft.com/office/drawing/2014/main" id="{EEAE0B9E-482F-75AB-3BFC-33DBB38A874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5322707" y="3225739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9051BE45-8971-E31F-1710-FF49A17237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gray">
          <a:xfrm>
            <a:off x="5322707" y="3471052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6" name="Textplatzhalter 17">
            <a:extLst>
              <a:ext uri="{FF2B5EF4-FFF2-40B4-BE49-F238E27FC236}">
                <a16:creationId xmlns:a16="http://schemas.microsoft.com/office/drawing/2014/main" id="{C44439C3-F4EE-9111-E27F-FFA0EC9CEB4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 bwMode="gray">
          <a:xfrm>
            <a:off x="10659551" y="3336195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17" name="Textplatzhalter 17">
            <a:extLst>
              <a:ext uri="{FF2B5EF4-FFF2-40B4-BE49-F238E27FC236}">
                <a16:creationId xmlns:a16="http://schemas.microsoft.com/office/drawing/2014/main" id="{4CA8C42E-84F4-3034-0B90-68DECCDD604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5322707" y="3948483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3BA74403-312D-5844-2D79-0D7ABF623D5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 bwMode="gray">
          <a:xfrm>
            <a:off x="5322707" y="4193796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E795E9C1-C511-3D9B-D2B4-2D01AE7ECE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 bwMode="gray">
          <a:xfrm>
            <a:off x="10659551" y="4058939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20" name="Textplatzhalter 17">
            <a:extLst>
              <a:ext uri="{FF2B5EF4-FFF2-40B4-BE49-F238E27FC236}">
                <a16:creationId xmlns:a16="http://schemas.microsoft.com/office/drawing/2014/main" id="{4F2F472A-CC07-D0D8-724D-AC065CAFEAC1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5322707" y="4671227"/>
            <a:ext cx="5040000" cy="169508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3">
            <a:extLst>
              <a:ext uri="{FF2B5EF4-FFF2-40B4-BE49-F238E27FC236}">
                <a16:creationId xmlns:a16="http://schemas.microsoft.com/office/drawing/2014/main" id="{51576017-128E-5451-A3A0-F7A385FEE9B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 bwMode="gray">
          <a:xfrm>
            <a:off x="5322707" y="4916540"/>
            <a:ext cx="720000" cy="5400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7A84F5F-4F6B-F311-C15D-3B78C55A8C9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 bwMode="gray">
          <a:xfrm>
            <a:off x="10659551" y="4781683"/>
            <a:ext cx="900000" cy="306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b="1"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Text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F63355B-132A-E627-FC83-BCD0822E29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5" name="Titel 5">
            <a:extLst>
              <a:ext uri="{FF2B5EF4-FFF2-40B4-BE49-F238E27FC236}">
                <a16:creationId xmlns:a16="http://schemas.microsoft.com/office/drawing/2014/main" id="{7093D810-E1F9-57B6-198F-FBDCD2727BA7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6440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phone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8">
            <a:extLst>
              <a:ext uri="{FF2B5EF4-FFF2-40B4-BE49-F238E27FC236}">
                <a16:creationId xmlns:a16="http://schemas.microsoft.com/office/drawing/2014/main" id="{CCD1AECF-CED7-28BC-6A3B-E63EA7150BE7}"/>
              </a:ext>
            </a:extLst>
          </p:cNvPr>
          <p:cNvSpPr/>
          <p:nvPr userDrawn="1"/>
        </p:nvSpPr>
        <p:spPr bwMode="gray">
          <a:xfrm>
            <a:off x="5" y="1115120"/>
            <a:ext cx="4994031" cy="4258793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56AF458-34C8-E19E-4D72-70F10E17DD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347" r="29869"/>
          <a:stretch/>
        </p:blipFill>
        <p:spPr bwMode="gray">
          <a:xfrm>
            <a:off x="2908271" y="526552"/>
            <a:ext cx="2998856" cy="5612946"/>
          </a:xfrm>
          <a:prstGeom prst="rect">
            <a:avLst/>
          </a:prstGeom>
        </p:spPr>
      </p:pic>
      <p:sp>
        <p:nvSpPr>
          <p:cNvPr id="5" name="Bildplatzhalter 15">
            <a:extLst>
              <a:ext uri="{FF2B5EF4-FFF2-40B4-BE49-F238E27FC236}">
                <a16:creationId xmlns:a16="http://schemas.microsoft.com/office/drawing/2014/main" id="{F8EB099B-5535-70E4-43D4-BAE8B7C34BB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3310313" y="1267224"/>
            <a:ext cx="2262659" cy="3950316"/>
          </a:xfrm>
          <a:prstGeom prst="rect">
            <a:avLst/>
          </a:prstGeom>
          <a:solidFill>
            <a:srgbClr val="FAFAFA"/>
          </a:solidFill>
        </p:spPr>
        <p:txBody>
          <a:bodyPr>
            <a:normAutofit/>
          </a:bodyPr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FC4DF547-857B-4B23-A089-77AFDF3A4DC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540000" y="1984510"/>
            <a:ext cx="2436160" cy="2520000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5" name="Textplatzhalter 17">
            <a:extLst>
              <a:ext uri="{FF2B5EF4-FFF2-40B4-BE49-F238E27FC236}">
                <a16:creationId xmlns:a16="http://schemas.microsoft.com/office/drawing/2014/main" id="{1F584A04-E815-4911-E924-A3978560E48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987CC6B3-D222-467B-2064-0703F1EE360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extplatzhalter 17">
            <a:extLst>
              <a:ext uri="{FF2B5EF4-FFF2-40B4-BE49-F238E27FC236}">
                <a16:creationId xmlns:a16="http://schemas.microsoft.com/office/drawing/2014/main" id="{6153100C-5827-8303-C6D6-CDADE528EEB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1" name="Textplatzhalter 17">
            <a:extLst>
              <a:ext uri="{FF2B5EF4-FFF2-40B4-BE49-F238E27FC236}">
                <a16:creationId xmlns:a16="http://schemas.microsoft.com/office/drawing/2014/main" id="{D2CC7E27-716B-ACCA-F30E-776CDDE7A90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2" name="Textplatzhalter 17">
            <a:extLst>
              <a:ext uri="{FF2B5EF4-FFF2-40B4-BE49-F238E27FC236}">
                <a16:creationId xmlns:a16="http://schemas.microsoft.com/office/drawing/2014/main" id="{FDE11610-4A58-BD6E-FD8E-A3ED96004E7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55C633C3-52EE-D69F-0FF1-E3FC1130CF4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5183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schirm + Tex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pic>
        <p:nvPicPr>
          <p:cNvPr id="3" name="Grafik 2" descr="Ein Bild, das Text, Screenshot, Anzeige, Bilderrahmen enthält.&#10;&#10;Automatisch generierte Beschreibung">
            <a:extLst>
              <a:ext uri="{FF2B5EF4-FFF2-40B4-BE49-F238E27FC236}">
                <a16:creationId xmlns:a16="http://schemas.microsoft.com/office/drawing/2014/main" id="{151E10C6-4528-81A4-8337-D17EA0CB9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5" t="-243" r="-4968" b="243"/>
          <a:stretch/>
        </p:blipFill>
        <p:spPr bwMode="gray">
          <a:xfrm>
            <a:off x="1" y="903491"/>
            <a:ext cx="5580931" cy="4868535"/>
          </a:xfrm>
          <a:prstGeom prst="rect">
            <a:avLst/>
          </a:prstGeom>
        </p:spPr>
      </p:pic>
      <p:sp>
        <p:nvSpPr>
          <p:cNvPr id="6" name="Bildplatzhalter 5">
            <a:extLst>
              <a:ext uri="{FF2B5EF4-FFF2-40B4-BE49-F238E27FC236}">
                <a16:creationId xmlns:a16="http://schemas.microsoft.com/office/drawing/2014/main" id="{6A89D278-95EA-010F-8C07-EADD2090810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" y="1130325"/>
            <a:ext cx="5123731" cy="3263006"/>
          </a:xfrm>
          <a:prstGeom prst="rect">
            <a:avLst/>
          </a:prstGeom>
          <a:solidFill>
            <a:srgbClr val="262626"/>
          </a:solidFill>
        </p:spPr>
        <p:txBody>
          <a:bodyPr>
            <a:normAutofit/>
          </a:bodyPr>
          <a:lstStyle>
            <a:lvl1pPr marL="0" indent="0" algn="ctr">
              <a:buNone/>
              <a:defRPr sz="1400" b="1">
                <a:solidFill>
                  <a:schemeClr val="bg1"/>
                </a:solidFill>
                <a:latin typeface="Meta OT" panose="020B0504030101020104" pitchFamily="34" charset="0"/>
              </a:defRPr>
            </a:lvl1pPr>
          </a:lstStyle>
          <a:p>
            <a:br>
              <a:rPr lang="de-DE" dirty="0"/>
            </a:br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0580131A-87D4-813D-E919-37314A3977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3010641" y="4374565"/>
            <a:ext cx="1968871" cy="1502904"/>
          </a:xfrm>
          <a:prstGeom prst="rect">
            <a:avLst/>
          </a:prstGeom>
        </p:spPr>
      </p:pic>
      <p:sp>
        <p:nvSpPr>
          <p:cNvPr id="14" name="Bildplatzhalter 29">
            <a:extLst>
              <a:ext uri="{FF2B5EF4-FFF2-40B4-BE49-F238E27FC236}">
                <a16:creationId xmlns:a16="http://schemas.microsoft.com/office/drawing/2014/main" id="{48A9645A-F7A9-A5F8-525D-800964911E40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 bwMode="gray">
          <a:xfrm>
            <a:off x="3690349" y="4567683"/>
            <a:ext cx="617847" cy="1066035"/>
          </a:xfrm>
          <a:prstGeom prst="rect">
            <a:avLst/>
          </a:prstGeom>
          <a:solidFill>
            <a:srgbClr val="FAFAFA"/>
          </a:solidFill>
        </p:spPr>
        <p:txBody>
          <a:bodyPr/>
          <a:lstStyle>
            <a:lvl1pPr marL="0" indent="0">
              <a:buNone/>
              <a:defRPr sz="1400">
                <a:latin typeface="Meta OT" panose="020B0504030101020104" pitchFamily="34" charset="0"/>
              </a:defRPr>
            </a:lvl1pPr>
          </a:lstStyle>
          <a:p>
            <a:r>
              <a:rPr lang="de-DE" dirty="0"/>
              <a:t>Bildplatzhalter</a:t>
            </a:r>
          </a:p>
        </p:txBody>
      </p:sp>
      <p:sp>
        <p:nvSpPr>
          <p:cNvPr id="24" name="Textplatzhalter 17">
            <a:extLst>
              <a:ext uri="{FF2B5EF4-FFF2-40B4-BE49-F238E27FC236}">
                <a16:creationId xmlns:a16="http://schemas.microsoft.com/office/drawing/2014/main" id="{21D66EAA-9E2B-6F1F-1F75-6B0C4E68D8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7483733" y="1790787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6" name="Textplatzhalter 17">
            <a:extLst>
              <a:ext uri="{FF2B5EF4-FFF2-40B4-BE49-F238E27FC236}">
                <a16:creationId xmlns:a16="http://schemas.microsoft.com/office/drawing/2014/main" id="{A27E2AF9-FEEF-AC56-15A1-60AFACDB0FE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7483733" y="2082089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7" name="Textplatzhalter 17">
            <a:extLst>
              <a:ext uri="{FF2B5EF4-FFF2-40B4-BE49-F238E27FC236}">
                <a16:creationId xmlns:a16="http://schemas.microsoft.com/office/drawing/2014/main" id="{DB32B275-EC56-28FC-E4FA-575314576EB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7483733" y="3074635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9" name="Textplatzhalter 17">
            <a:extLst>
              <a:ext uri="{FF2B5EF4-FFF2-40B4-BE49-F238E27FC236}">
                <a16:creationId xmlns:a16="http://schemas.microsoft.com/office/drawing/2014/main" id="{3B074B46-E431-249A-9245-C91A2116684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7483733" y="3365937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0" name="Textplatzhalter 17">
            <a:extLst>
              <a:ext uri="{FF2B5EF4-FFF2-40B4-BE49-F238E27FC236}">
                <a16:creationId xmlns:a16="http://schemas.microsoft.com/office/drawing/2014/main" id="{8DCD0FDE-017A-CE02-CF9A-53D7D4E2B86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>
            <a:off x="7483733" y="4358482"/>
            <a:ext cx="4168271" cy="252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2" name="Textplatzhalter 17">
            <a:extLst>
              <a:ext uri="{FF2B5EF4-FFF2-40B4-BE49-F238E27FC236}">
                <a16:creationId xmlns:a16="http://schemas.microsoft.com/office/drawing/2014/main" id="{4A3A7C5C-7D87-C751-803D-3C22C228AEE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7483733" y="4649784"/>
            <a:ext cx="4168271" cy="468000"/>
          </a:xfrm>
        </p:spPr>
        <p:txBody>
          <a:bodyPr anchor="t"/>
          <a:lstStyle>
            <a:lvl1pPr marL="0" indent="0">
              <a:lnSpc>
                <a:spcPct val="90000"/>
              </a:lnSpc>
              <a:buNone/>
              <a:defRPr/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53286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4" name="Freeform: Shape 8">
            <a:extLst>
              <a:ext uri="{FF2B5EF4-FFF2-40B4-BE49-F238E27FC236}">
                <a16:creationId xmlns:a16="http://schemas.microsoft.com/office/drawing/2014/main" id="{D68EFFBF-097E-BE79-716A-009C1E1F7868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bg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20" name="Straight Connector 8">
            <a:extLst>
              <a:ext uri="{FF2B5EF4-FFF2-40B4-BE49-F238E27FC236}">
                <a16:creationId xmlns:a16="http://schemas.microsoft.com/office/drawing/2014/main" id="{2B05D207-BDA7-6A42-8F31-60D07859752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">
            <a:extLst>
              <a:ext uri="{FF2B5EF4-FFF2-40B4-BE49-F238E27FC236}">
                <a16:creationId xmlns:a16="http://schemas.microsoft.com/office/drawing/2014/main" id="{A9B9723C-DBD7-8882-23B2-FBA22CF8ED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21" name="Titel 5">
            <a:extLst>
              <a:ext uri="{FF2B5EF4-FFF2-40B4-BE49-F238E27FC236}">
                <a16:creationId xmlns:a16="http://schemas.microsoft.com/office/drawing/2014/main" id="{1C62E4C5-E9F6-91AC-9299-0F6BD392212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758250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(hell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8">
            <a:extLst>
              <a:ext uri="{FF2B5EF4-FFF2-40B4-BE49-F238E27FC236}">
                <a16:creationId xmlns:a16="http://schemas.microsoft.com/office/drawing/2014/main" id="{CCEE7978-7699-B52A-77FC-D85109D161BD}"/>
              </a:ext>
            </a:extLst>
          </p:cNvPr>
          <p:cNvSpPr/>
          <p:nvPr userDrawn="1"/>
        </p:nvSpPr>
        <p:spPr bwMode="gray">
          <a:xfrm>
            <a:off x="-754380" y="1728000"/>
            <a:ext cx="5748411" cy="4140000"/>
          </a:xfrm>
          <a:prstGeom prst="roundRect">
            <a:avLst>
              <a:gd name="adj" fmla="val 948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8C3BF974-AC03-E162-E1D5-581054EA35BC}"/>
              </a:ext>
            </a:extLst>
          </p:cNvPr>
          <p:cNvSpPr>
            <a:spLocks noGrp="1"/>
          </p:cNvSpPr>
          <p:nvPr>
            <p:ph type="dt" sz="half" idx="14"/>
          </p:nvPr>
        </p:nvSpPr>
        <p:spPr bwMode="gray"/>
        <p:txBody>
          <a:bodyPr/>
          <a:lstStyle/>
          <a:p>
            <a:r>
              <a:rPr lang="en-US" noProof="0"/>
              <a:t>07.02.2025</a:t>
            </a:r>
            <a:endParaRPr lang="de-DE" noProof="0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8BC0F46-FB52-7EFF-517A-5E1C1A14F9E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 bwMode="gray"/>
        <p:txBody>
          <a:bodyPr/>
          <a:lstStyle/>
          <a:p>
            <a:r>
              <a:rPr lang="de-DE" noProof="0"/>
              <a:t>Group-4 Energy_Efficency</a:t>
            </a:r>
            <a:endParaRPr lang="de-DE" noProof="0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24F47F88-CFA0-1C8E-AB4E-16E0190FB64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gray"/>
        <p:txBody>
          <a:bodyPr/>
          <a:lstStyle/>
          <a:p>
            <a:fld id="{02CEFE82-39F2-4F47-8A0C-D5AB3496FA5C}" type="slidenum">
              <a:rPr lang="de-DE" noProof="0" smtClean="0"/>
              <a:pPr/>
              <a:t>‹#›</a:t>
            </a:fld>
            <a:endParaRPr lang="de-DE" noProof="0" dirty="0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232CE0CD-5802-9B2B-4432-3C6EFA4977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gray">
          <a:xfrm>
            <a:off x="540000" y="6020548"/>
            <a:ext cx="11112000" cy="288000"/>
          </a:xfrm>
        </p:spPr>
        <p:txBody>
          <a:bodyPr anchor="b"/>
          <a:lstStyle>
            <a:lvl1pPr marL="0" indent="0">
              <a:spcAft>
                <a:spcPts val="400"/>
              </a:spcAft>
              <a:buNone/>
              <a:defRPr sz="1000"/>
            </a:lvl1pPr>
          </a:lstStyle>
          <a:p>
            <a:pPr lvl="0"/>
            <a:r>
              <a:rPr lang="de-DE" dirty="0"/>
              <a:t>Quellen:</a:t>
            </a:r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5C7467CB-1367-4047-CDBD-574130AC8C2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gray">
          <a:xfrm>
            <a:off x="540002" y="2416701"/>
            <a:ext cx="2735047" cy="1455502"/>
          </a:xfrm>
        </p:spPr>
        <p:txBody>
          <a:bodyPr anchor="b"/>
          <a:lstStyle>
            <a:lvl1pPr marL="0" indent="0" algn="r">
              <a:lnSpc>
                <a:spcPct val="90000"/>
              </a:lnSpc>
              <a:spcAft>
                <a:spcPts val="0"/>
              </a:spcAft>
              <a:buNone/>
              <a:defRPr sz="2800" b="1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Vorname</a:t>
            </a:r>
            <a:br>
              <a:rPr lang="de-DE" dirty="0"/>
            </a:br>
            <a:r>
              <a:rPr lang="de-DE" dirty="0"/>
              <a:t>Name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5EC5C56-A765-0E06-D36F-50384CD028A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 bwMode="gray">
          <a:xfrm>
            <a:off x="6612000" y="1728000"/>
            <a:ext cx="5040000" cy="4140000"/>
          </a:xfrm>
          <a:custGeom>
            <a:avLst/>
            <a:gdLst>
              <a:gd name="connsiteX0" fmla="*/ 0 w 11520000"/>
              <a:gd name="connsiteY0" fmla="*/ 0 h 4298400"/>
              <a:gd name="connsiteX1" fmla="*/ 11520000 w 11520000"/>
              <a:gd name="connsiteY1" fmla="*/ 0 h 4298400"/>
              <a:gd name="connsiteX2" fmla="*/ 11520000 w 11520000"/>
              <a:gd name="connsiteY2" fmla="*/ 4298400 h 4298400"/>
              <a:gd name="connsiteX3" fmla="*/ 0 w 11520000"/>
              <a:gd name="connsiteY3" fmla="*/ 4298400 h 4298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520000" h="4298400">
                <a:moveTo>
                  <a:pt x="0" y="0"/>
                </a:moveTo>
                <a:lnTo>
                  <a:pt x="11520000" y="0"/>
                </a:lnTo>
                <a:lnTo>
                  <a:pt x="11520000" y="4298400"/>
                </a:lnTo>
                <a:lnTo>
                  <a:pt x="0" y="42984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de-DE" dirty="0"/>
              <a:t>Kontaktinformationen</a:t>
            </a:r>
          </a:p>
        </p:txBody>
      </p:sp>
      <p:sp>
        <p:nvSpPr>
          <p:cNvPr id="10" name="Bildplatzhalter 3">
            <a:extLst>
              <a:ext uri="{FF2B5EF4-FFF2-40B4-BE49-F238E27FC236}">
                <a16:creationId xmlns:a16="http://schemas.microsoft.com/office/drawing/2014/main" id="{421980BD-7772-D025-4FF5-51474DE9E3D7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3795096" y="2599067"/>
            <a:ext cx="2397869" cy="2397869"/>
          </a:xfrm>
          <a:prstGeom prst="ellipse">
            <a:avLst/>
          </a:prstGeom>
          <a:solidFill>
            <a:schemeClr val="bg1"/>
          </a:solidFill>
          <a:ln w="63500">
            <a:solidFill>
              <a:schemeClr val="bg1"/>
            </a:solidFill>
          </a:ln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1" name="Textplatzhalter 17">
            <a:extLst>
              <a:ext uri="{FF2B5EF4-FFF2-40B4-BE49-F238E27FC236}">
                <a16:creationId xmlns:a16="http://schemas.microsoft.com/office/drawing/2014/main" id="{8D5297E8-DEC3-392B-D124-F7461870075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gray">
          <a:xfrm>
            <a:off x="540002" y="4189441"/>
            <a:ext cx="2735047" cy="205157"/>
          </a:xfrm>
        </p:spPr>
        <p:txBody>
          <a:bodyPr anchor="b"/>
          <a:lstStyle>
            <a:lvl1pPr marL="0" indent="0" algn="r">
              <a:lnSpc>
                <a:spcPct val="90000"/>
              </a:lnSpc>
              <a:buNone/>
              <a:defRPr sz="1400" b="0" cap="all" spc="300" baseline="0">
                <a:solidFill>
                  <a:schemeClr val="tx1"/>
                </a:solidFill>
              </a:defRPr>
            </a:lvl1pPr>
            <a:lvl2pPr marL="450023" indent="0">
              <a:buNone/>
              <a:defRPr/>
            </a:lvl2pPr>
          </a:lstStyle>
          <a:p>
            <a:pPr lvl="0"/>
            <a:r>
              <a:rPr lang="de-DE" dirty="0"/>
              <a:t>Position</a:t>
            </a:r>
          </a:p>
        </p:txBody>
      </p:sp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53F48132-47AB-A60C-FB01-A8FE1F4603A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55045" y="4032256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A0D31560-33FD-C814-E5F0-505D3A50F60C}"/>
              </a:ext>
            </a:extLst>
          </p:cNvPr>
          <p:cNvSpPr txBox="1"/>
          <p:nvPr userDrawn="1"/>
        </p:nvSpPr>
        <p:spPr bwMode="gray">
          <a:xfrm>
            <a:off x="13258800" y="291253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A38F7E14-4121-F4F2-8286-9F1D2CA0BDC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40000" y="829125"/>
            <a:ext cx="8268720" cy="36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2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noProof="0" dirty="0"/>
              <a:t>Zweite Headline</a:t>
            </a:r>
          </a:p>
        </p:txBody>
      </p:sp>
      <p:sp>
        <p:nvSpPr>
          <p:cNvPr id="16" name="Titel 5">
            <a:extLst>
              <a:ext uri="{FF2B5EF4-FFF2-40B4-BE49-F238E27FC236}">
                <a16:creationId xmlns:a16="http://schemas.microsoft.com/office/drawing/2014/main" id="{695F87D1-75FE-9886-D675-81D1445F1CCC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</p:spPr>
        <p:txBody>
          <a:bodyPr/>
          <a:lstStyle/>
          <a:p>
            <a:r>
              <a:rPr lang="de-DE" dirty="0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37084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114800" y="3159004"/>
            <a:ext cx="7531893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19" name="Bildplatzhalter 18">
            <a:extLst>
              <a:ext uri="{FF2B5EF4-FFF2-40B4-BE49-F238E27FC236}">
                <a16:creationId xmlns:a16="http://schemas.microsoft.com/office/drawing/2014/main" id="{4B31FCDB-6D8B-D1BE-F764-A8408040FD70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0" y="0"/>
            <a:ext cx="4114800" cy="6858000"/>
          </a:xfrm>
          <a:prstGeom prst="round1Rect">
            <a:avLst>
              <a:gd name="adj" fmla="val 11333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D96E1AD-219F-60AC-8BF6-91432F8684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37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A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>
                <a16:creationId xmlns:a16="http://schemas.microsoft.com/office/drawing/2014/main" id="{D75E8FF0-AC21-4C70-AB82-0080BE4B4A8F}"/>
              </a:ext>
            </a:extLst>
          </p:cNvPr>
          <p:cNvSpPr/>
          <p:nvPr userDrawn="1"/>
        </p:nvSpPr>
        <p:spPr bwMode="gray">
          <a:xfrm>
            <a:off x="5" y="-1"/>
            <a:ext cx="12191999" cy="6858001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4C192B0-715F-8C48-E81F-8C60D8AB0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38165" y="2463322"/>
            <a:ext cx="11108531" cy="800467"/>
          </a:xfrm>
        </p:spPr>
        <p:txBody>
          <a:bodyPr/>
          <a:lstStyle>
            <a:lvl1pPr algn="ctr">
              <a:defRPr sz="66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9947213-D869-60D1-ED73-9013BF1FA1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1713"/>
          <a:stretch/>
        </p:blipFill>
        <p:spPr>
          <a:xfrm>
            <a:off x="410319" y="-1225267"/>
            <a:ext cx="11364220" cy="7776177"/>
          </a:xfrm>
          <a:prstGeom prst="rect">
            <a:avLst/>
          </a:prstGeom>
        </p:spPr>
      </p:pic>
      <p:sp>
        <p:nvSpPr>
          <p:cNvPr id="4" name="Textplatzhalter 5">
            <a:extLst>
              <a:ext uri="{FF2B5EF4-FFF2-40B4-BE49-F238E27FC236}">
                <a16:creationId xmlns:a16="http://schemas.microsoft.com/office/drawing/2014/main" id="{EB40A096-0222-4359-B8C1-A087B4E835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1836313" y="4590256"/>
            <a:ext cx="8512232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</p:spTree>
    <p:extLst>
      <p:ext uri="{BB962C8B-B14F-4D97-AF65-F5344CB8AC3E}">
        <p14:creationId xmlns:p14="http://schemas.microsoft.com/office/powerpoint/2010/main" val="77177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2828224"/>
            <a:ext cx="11112000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3747975"/>
            <a:ext cx="7920000" cy="814769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>
            <a:off x="8589755" y="3294570"/>
            <a:ext cx="4177596" cy="3174456"/>
            <a:chOff x="8860223" y="3611128"/>
            <a:chExt cx="3866783" cy="2938277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860223" y="5748716"/>
              <a:ext cx="2537455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9799540" y="4948089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10199822" y="4547678"/>
              <a:ext cx="1601386" cy="80069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8383A169-C3E2-BDE4-6190-0CE0A563CCDC}"/>
                </a:ext>
              </a:extLst>
            </p:cNvPr>
            <p:cNvSpPr/>
            <p:nvPr userDrawn="1"/>
          </p:nvSpPr>
          <p:spPr bwMode="gray">
            <a:xfrm rot="10800000">
              <a:off x="11403920" y="3611128"/>
              <a:ext cx="800695" cy="1601391"/>
            </a:xfrm>
            <a:custGeom>
              <a:avLst/>
              <a:gdLst>
                <a:gd name="connsiteX0" fmla="*/ 0 w 540000"/>
                <a:gd name="connsiteY0" fmla="*/ 0 h 1080000"/>
                <a:gd name="connsiteX1" fmla="*/ 540000 w 540000"/>
                <a:gd name="connsiteY1" fmla="*/ 540000 h 1080000"/>
                <a:gd name="connsiteX2" fmla="*/ 0 w 540000"/>
                <a:gd name="connsiteY2" fmla="*/ 1080000 h 108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0000" h="1080000">
                  <a:moveTo>
                    <a:pt x="0" y="0"/>
                  </a:moveTo>
                  <a:cubicBezTo>
                    <a:pt x="298234" y="0"/>
                    <a:pt x="540000" y="241766"/>
                    <a:pt x="540000" y="540000"/>
                  </a:cubicBezTo>
                  <a:cubicBezTo>
                    <a:pt x="540000" y="838234"/>
                    <a:pt x="298234" y="1080000"/>
                    <a:pt x="0" y="10800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>
              <a:noAutofit/>
            </a:bodyPr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Träne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16200000">
              <a:off x="11403815" y="5226215"/>
              <a:ext cx="1323297" cy="132308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cxnSp>
        <p:nvCxnSpPr>
          <p:cNvPr id="14" name="Straight Connector 8">
            <a:extLst>
              <a:ext uri="{FF2B5EF4-FFF2-40B4-BE49-F238E27FC236}">
                <a16:creationId xmlns:a16="http://schemas.microsoft.com/office/drawing/2014/main" id="{0279CD82-D7B5-B4BD-FFEA-8D9C31107A79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3554185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fik 12">
            <a:extLst>
              <a:ext uri="{FF2B5EF4-FFF2-40B4-BE49-F238E27FC236}">
                <a16:creationId xmlns:a16="http://schemas.microsoft.com/office/drawing/2014/main" id="{D60AE272-9E69-6EF6-A266-8C260AF911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67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 Schlussfolie mit Bild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8">
            <a:extLst>
              <a:ext uri="{FF2B5EF4-FFF2-40B4-BE49-F238E27FC236}">
                <a16:creationId xmlns:a16="http://schemas.microsoft.com/office/drawing/2014/main" id="{92D53527-3E46-4934-8A1A-A727D15859E9}"/>
              </a:ext>
            </a:extLst>
          </p:cNvPr>
          <p:cNvSpPr/>
          <p:nvPr userDrawn="1"/>
        </p:nvSpPr>
        <p:spPr bwMode="gray"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3429000"/>
              <a:gd name="connsiteX1" fmla="*/ 12192000 w 12192000"/>
              <a:gd name="connsiteY1" fmla="*/ 0 h 3429000"/>
              <a:gd name="connsiteX2" fmla="*/ 12192000 w 12192000"/>
              <a:gd name="connsiteY2" fmla="*/ 3429000 h 3429000"/>
              <a:gd name="connsiteX3" fmla="*/ 0 w 12192000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429000">
                <a:moveTo>
                  <a:pt x="0" y="0"/>
                </a:moveTo>
                <a:lnTo>
                  <a:pt x="12192000" y="0"/>
                </a:lnTo>
                <a:lnTo>
                  <a:pt x="12192000" y="3429000"/>
                </a:lnTo>
                <a:lnTo>
                  <a:pt x="0" y="3429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0" dirty="0">
              <a:solidFill>
                <a:schemeClr val="accent2"/>
              </a:solidFill>
            </a:endParaRP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425122FB-6BA5-854B-C7DD-EB96D0DBA016}"/>
              </a:ext>
            </a:extLst>
          </p:cNvPr>
          <p:cNvGrpSpPr/>
          <p:nvPr userDrawn="1"/>
        </p:nvGrpSpPr>
        <p:grpSpPr>
          <a:xfrm rot="5400000" flipH="1">
            <a:off x="-64243" y="-643043"/>
            <a:ext cx="4337797" cy="3132967"/>
            <a:chOff x="8235924" y="3649527"/>
            <a:chExt cx="4015066" cy="2899876"/>
          </a:xfrm>
        </p:grpSpPr>
        <p:sp>
          <p:nvSpPr>
            <p:cNvPr id="7" name="Abgerundetes Rechteck 6">
              <a:extLst>
                <a:ext uri="{FF2B5EF4-FFF2-40B4-BE49-F238E27FC236}">
                  <a16:creationId xmlns:a16="http://schemas.microsoft.com/office/drawing/2014/main" id="{B20FC11B-F594-46EA-5125-4A098E173542}"/>
                </a:ext>
              </a:extLst>
            </p:cNvPr>
            <p:cNvSpPr/>
            <p:nvPr userDrawn="1"/>
          </p:nvSpPr>
          <p:spPr bwMode="gray">
            <a:xfrm rot="10800000">
              <a:off x="8235924" y="5748715"/>
              <a:ext cx="4015066" cy="800688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60000"/>
                <a:lumOff val="40000"/>
                <a:alpha val="84239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8" name="Träne 7">
              <a:extLst>
                <a:ext uri="{FF2B5EF4-FFF2-40B4-BE49-F238E27FC236}">
                  <a16:creationId xmlns:a16="http://schemas.microsoft.com/office/drawing/2014/main" id="{5AB849FA-B010-4EFC-73B9-E6E24DE2BB88}"/>
                </a:ext>
              </a:extLst>
            </p:cNvPr>
            <p:cNvSpPr/>
            <p:nvPr userDrawn="1"/>
          </p:nvSpPr>
          <p:spPr bwMode="gray">
            <a:xfrm rot="5400000">
              <a:off x="8812971" y="4948090"/>
              <a:ext cx="800693" cy="800564"/>
            </a:xfrm>
            <a:prstGeom prst="teardrop">
              <a:avLst>
                <a:gd name="adj" fmla="val 99398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9" name="Ecken des Rechtecks auf der gleichen Seite abrunden 8">
              <a:extLst>
                <a:ext uri="{FF2B5EF4-FFF2-40B4-BE49-F238E27FC236}">
                  <a16:creationId xmlns:a16="http://schemas.microsoft.com/office/drawing/2014/main" id="{157877BB-681C-928E-4763-9608728EFFE0}"/>
                </a:ext>
              </a:extLst>
            </p:cNvPr>
            <p:cNvSpPr/>
            <p:nvPr userDrawn="1"/>
          </p:nvSpPr>
          <p:spPr bwMode="gray">
            <a:xfrm rot="5400000">
              <a:off x="8964351" y="4298777"/>
              <a:ext cx="2099190" cy="800693"/>
            </a:xfrm>
            <a:prstGeom prst="round2SameRect">
              <a:avLst>
                <a:gd name="adj1" fmla="val 48679"/>
                <a:gd name="adj2" fmla="val 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BDCCAC81-B053-D75F-83F3-37C86C2AEE9F}"/>
                </a:ext>
              </a:extLst>
            </p:cNvPr>
            <p:cNvSpPr/>
            <p:nvPr userDrawn="1"/>
          </p:nvSpPr>
          <p:spPr bwMode="gray">
            <a:xfrm rot="5400000">
              <a:off x="10416078" y="3649634"/>
              <a:ext cx="1323297" cy="1323084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lnSpc>
                  <a:spcPct val="90000"/>
                </a:lnSpc>
                <a:spcAft>
                  <a:spcPts val="1000"/>
                </a:spcAft>
              </a:pPr>
              <a:endParaRPr lang="de-DE" sz="1400" dirty="0" err="1"/>
            </a:p>
          </p:txBody>
        </p:sp>
      </p:grpSp>
      <p:sp>
        <p:nvSpPr>
          <p:cNvPr id="5" name="Titel 2">
            <a:extLst>
              <a:ext uri="{FF2B5EF4-FFF2-40B4-BE49-F238E27FC236}">
                <a16:creationId xmlns:a16="http://schemas.microsoft.com/office/drawing/2014/main" id="{5322EA7D-800B-36BF-687E-C8293EADAE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40000" y="3632678"/>
            <a:ext cx="4443480" cy="540000"/>
          </a:xfrm>
        </p:spPr>
        <p:txBody>
          <a:bodyPr/>
          <a:lstStyle>
            <a:lvl1pPr>
              <a:defRPr sz="4800" cap="all" spc="400" baseline="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Vielen Dank!</a:t>
            </a:r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E70F9551-02CD-8F88-E645-DFA4AFA73D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40000" y="4577570"/>
            <a:ext cx="4443480" cy="1834363"/>
          </a:xfrm>
        </p:spPr>
        <p:txBody>
          <a:bodyPr numCol="2" spcCol="180000"/>
          <a:lstStyle>
            <a:lvl1pPr marL="0" indent="0">
              <a:lnSpc>
                <a:spcPct val="100000"/>
              </a:lnSpc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Kontakt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83BC872C-E930-8323-51C9-B62CF1825BB1}"/>
              </a:ext>
            </a:extLst>
          </p:cNvPr>
          <p:cNvSpPr txBox="1"/>
          <p:nvPr userDrawn="1"/>
        </p:nvSpPr>
        <p:spPr bwMode="gray">
          <a:xfrm>
            <a:off x="-1680211" y="37833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119890DA-C7A0-28BC-B13E-47DDB6EC3D8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 bwMode="gray">
          <a:xfrm>
            <a:off x="6503672" y="1727200"/>
            <a:ext cx="6226493" cy="4697410"/>
          </a:xfrm>
          <a:prstGeom prst="round2DiagRect">
            <a:avLst>
              <a:gd name="adj1" fmla="val 12052"/>
              <a:gd name="adj2" fmla="val 0"/>
            </a:avLst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000" b="1"/>
            </a:lvl1pPr>
          </a:lstStyle>
          <a:p>
            <a:endParaRPr lang="de-DE" dirty="0"/>
          </a:p>
          <a:p>
            <a:r>
              <a:rPr lang="de-DE" dirty="0"/>
              <a:t>Bildplatzhalter:</a:t>
            </a:r>
            <a:br>
              <a:rPr lang="de-DE" dirty="0"/>
            </a:br>
            <a:r>
              <a:rPr lang="de-DE" dirty="0"/>
              <a:t>Bild durch Klicken auf Symbol hinzufügen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3AC8B43-C251-10CD-A5FD-4B5C3F81067F}"/>
              </a:ext>
            </a:extLst>
          </p:cNvPr>
          <p:cNvSpPr txBox="1"/>
          <p:nvPr userDrawn="1"/>
        </p:nvSpPr>
        <p:spPr bwMode="gray">
          <a:xfrm>
            <a:off x="-2527069" y="314221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sz="1800" dirty="0" err="1"/>
          </a:p>
        </p:txBody>
      </p:sp>
      <p:cxnSp>
        <p:nvCxnSpPr>
          <p:cNvPr id="15" name="Straight Connector 8">
            <a:extLst>
              <a:ext uri="{FF2B5EF4-FFF2-40B4-BE49-F238E27FC236}">
                <a16:creationId xmlns:a16="http://schemas.microsoft.com/office/drawing/2014/main" id="{B5640A00-A2A3-0A60-9BDC-33B6C7672ADA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4358639"/>
            <a:ext cx="1440000" cy="0"/>
          </a:xfrm>
          <a:prstGeom prst="line">
            <a:avLst/>
          </a:prstGeom>
          <a:ln w="38100" cap="rnd" cmpd="sng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Grafik 15">
            <a:extLst>
              <a:ext uri="{FF2B5EF4-FFF2-40B4-BE49-F238E27FC236}">
                <a16:creationId xmlns:a16="http://schemas.microsoft.com/office/drawing/2014/main" id="{30053AD2-628C-665D-E627-BAC6BA7A710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082995" y="257302"/>
            <a:ext cx="2743200" cy="718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9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>
            <a:spLocks noGrp="1"/>
          </p:cNvSpPr>
          <p:nvPr>
            <p:ph type="title"/>
          </p:nvPr>
        </p:nvSpPr>
        <p:spPr bwMode="gray">
          <a:xfrm>
            <a:off x="540000" y="432000"/>
            <a:ext cx="8268720" cy="360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noProof="0" dirty="0"/>
              <a:t>Titelmasterformat durch Klicken bearbeiten</a:t>
            </a:r>
          </a:p>
        </p:txBody>
      </p:sp>
      <p:sp>
        <p:nvSpPr>
          <p:cNvPr id="3" name="Inhalt"/>
          <p:cNvSpPr>
            <a:spLocks noGrp="1"/>
          </p:cNvSpPr>
          <p:nvPr>
            <p:ph type="body" idx="1"/>
          </p:nvPr>
        </p:nvSpPr>
        <p:spPr bwMode="gray">
          <a:xfrm>
            <a:off x="540000" y="1728000"/>
            <a:ext cx="11112000" cy="414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" name="Datum"/>
          <p:cNvSpPr>
            <a:spLocks noGrp="1"/>
          </p:cNvSpPr>
          <p:nvPr>
            <p:ph type="dt" sz="half" idx="2"/>
          </p:nvPr>
        </p:nvSpPr>
        <p:spPr bwMode="gray">
          <a:xfrm>
            <a:off x="9525403" y="6493063"/>
            <a:ext cx="176582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/>
              <a:t>07.02.2025</a:t>
            </a:r>
            <a:endParaRPr lang="de-DE" dirty="0"/>
          </a:p>
        </p:txBody>
      </p:sp>
      <p:sp>
        <p:nvSpPr>
          <p:cNvPr id="5" name="Fußzeile"/>
          <p:cNvSpPr>
            <a:spLocks noGrp="1"/>
          </p:cNvSpPr>
          <p:nvPr>
            <p:ph type="ftr" sz="quarter" idx="3"/>
          </p:nvPr>
        </p:nvSpPr>
        <p:spPr bwMode="gray">
          <a:xfrm>
            <a:off x="540000" y="6493063"/>
            <a:ext cx="7560000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de-DE"/>
              <a:t>Group-4 Energy_Efficency</a:t>
            </a:r>
            <a:endParaRPr lang="de-DE" dirty="0"/>
          </a:p>
        </p:txBody>
      </p:sp>
      <p:sp>
        <p:nvSpPr>
          <p:cNvPr id="6" name="Foliennummer"/>
          <p:cNvSpPr>
            <a:spLocks noGrp="1"/>
          </p:cNvSpPr>
          <p:nvPr>
            <p:ph type="sldNum" sz="quarter" idx="4"/>
          </p:nvPr>
        </p:nvSpPr>
        <p:spPr bwMode="gray">
          <a:xfrm>
            <a:off x="11341456" y="6493063"/>
            <a:ext cx="310544" cy="288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800">
                <a:solidFill>
                  <a:schemeClr val="tx1">
                    <a:lumMod val="20000"/>
                    <a:lumOff val="80000"/>
                  </a:schemeClr>
                </a:solidFill>
              </a:defRPr>
            </a:lvl1pPr>
          </a:lstStyle>
          <a:p>
            <a:fld id="{02CEFE82-39F2-4F47-8A0C-D5AB3496FA5C}" type="slidenum">
              <a:rPr lang="de-DE" smtClean="0"/>
              <a:pPr/>
              <a:t>‹#›</a:t>
            </a:fld>
            <a:endParaRPr lang="de-DE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2578F8E-ADE3-83CD-BBD4-F2AF811B81C3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0" y="1305318"/>
            <a:ext cx="720000" cy="0"/>
          </a:xfrm>
          <a:prstGeom prst="line">
            <a:avLst/>
          </a:prstGeom>
          <a:ln w="38100" cap="rnd" cmpd="sng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r Verbinder 27">
            <a:extLst>
              <a:ext uri="{FF2B5EF4-FFF2-40B4-BE49-F238E27FC236}">
                <a16:creationId xmlns:a16="http://schemas.microsoft.com/office/drawing/2014/main" id="{B5722733-4586-8907-05DD-71491D81A51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540004" y="6426000"/>
            <a:ext cx="11112001" cy="0"/>
          </a:xfrm>
          <a:prstGeom prst="line">
            <a:avLst/>
          </a:prstGeom>
          <a:ln w="12700" cap="rnd" cmpd="sng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Grafik 9">
            <a:extLst>
              <a:ext uri="{FF2B5EF4-FFF2-40B4-BE49-F238E27FC236}">
                <a16:creationId xmlns:a16="http://schemas.microsoft.com/office/drawing/2014/main" id="{F2446B21-287B-2DE0-0DAB-177DEC62E22E}"/>
              </a:ext>
            </a:extLst>
          </p:cNvPr>
          <p:cNvPicPr>
            <a:picLocks noChangeAspect="1"/>
          </p:cNvPicPr>
          <p:nvPr userDrawn="1"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9088556" y="254652"/>
            <a:ext cx="2741417" cy="718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22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4" r:id="rId1"/>
    <p:sldLayoutId id="2147483992" r:id="rId2"/>
    <p:sldLayoutId id="2147483975" r:id="rId3"/>
    <p:sldLayoutId id="2147483991" r:id="rId4"/>
    <p:sldLayoutId id="2147484006" r:id="rId5"/>
    <p:sldLayoutId id="2147484008" r:id="rId6"/>
    <p:sldLayoutId id="2147483986" r:id="rId7"/>
    <p:sldLayoutId id="2147484001" r:id="rId8"/>
    <p:sldLayoutId id="2147484015" r:id="rId9"/>
    <p:sldLayoutId id="2147483974" r:id="rId10"/>
    <p:sldLayoutId id="2147484016" r:id="rId11"/>
    <p:sldLayoutId id="2147483976" r:id="rId12"/>
    <p:sldLayoutId id="2147484012" r:id="rId13"/>
    <p:sldLayoutId id="2147483977" r:id="rId14"/>
    <p:sldLayoutId id="2147483995" r:id="rId15"/>
    <p:sldLayoutId id="2147483978" r:id="rId16"/>
    <p:sldLayoutId id="2147483984" r:id="rId17"/>
    <p:sldLayoutId id="2147483985" r:id="rId18"/>
    <p:sldLayoutId id="2147483979" r:id="rId19"/>
    <p:sldLayoutId id="2147484019" r:id="rId20"/>
    <p:sldLayoutId id="2147484013" r:id="rId21"/>
    <p:sldLayoutId id="2147484020" r:id="rId22"/>
    <p:sldLayoutId id="2147483997" r:id="rId23"/>
    <p:sldLayoutId id="2147484014" r:id="rId24"/>
    <p:sldLayoutId id="2147483981" r:id="rId25"/>
    <p:sldLayoutId id="2147484021" r:id="rId26"/>
    <p:sldLayoutId id="2147483982" r:id="rId27"/>
    <p:sldLayoutId id="2147484017" r:id="rId28"/>
    <p:sldLayoutId id="2147484000" r:id="rId29"/>
    <p:sldLayoutId id="2147484018" r:id="rId30"/>
    <p:sldLayoutId id="2147484002" r:id="rId31"/>
    <p:sldLayoutId id="2147483983" r:id="rId32"/>
    <p:sldLayoutId id="2147483993" r:id="rId33"/>
    <p:sldLayoutId id="2147483996" r:id="rId34"/>
    <p:sldLayoutId id="2147483987" r:id="rId35"/>
    <p:sldLayoutId id="2147483988" r:id="rId36"/>
    <p:sldLayoutId id="2147483999" r:id="rId37"/>
    <p:sldLayoutId id="2147484003" r:id="rId38"/>
    <p:sldLayoutId id="2147483990" r:id="rId39"/>
    <p:sldLayoutId id="2147484007" r:id="rId40"/>
    <p:sldLayoutId id="2147483998" r:id="rId41"/>
    <p:sldLayoutId id="2147484005" r:id="rId4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45" rtl="0" eaLnBrk="1" latinLnBrk="0" hangingPunct="1">
        <a:lnSpc>
          <a:spcPct val="90000"/>
        </a:lnSpc>
        <a:spcBef>
          <a:spcPct val="0"/>
        </a:spcBef>
        <a:buNone/>
        <a:defRPr sz="28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0013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20037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080054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072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00090" indent="-270013" algn="l" defTabSz="914445" rtl="0" eaLnBrk="1" latinLnBrk="0" hangingPunct="1">
        <a:lnSpc>
          <a:spcPct val="13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72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948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72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95" indent="-228612" algn="l" defTabSz="914445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4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6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92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115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338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60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83" algn="l" defTabSz="91444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88" userDrawn="1">
          <p15:clr>
            <a:srgbClr val="FBAE40"/>
          </p15:clr>
        </p15:guide>
        <p15:guide id="2" orient="horz" pos="3700" userDrawn="1">
          <p15:clr>
            <a:srgbClr val="FBAE40"/>
          </p15:clr>
        </p15:guide>
        <p15:guide id="3" orient="horz" pos="501" userDrawn="1">
          <p15:clr>
            <a:srgbClr val="FBAE40"/>
          </p15:clr>
        </p15:guide>
        <p15:guide id="4" pos="7343" userDrawn="1">
          <p15:clr>
            <a:srgbClr val="FBAE40"/>
          </p15:clr>
        </p15:guide>
        <p15:guide id="5" pos="339" userDrawn="1">
          <p15:clr>
            <a:srgbClr val="FBAE40"/>
          </p15:clr>
        </p15:guide>
        <p15:guide id="6" orient="horz" pos="272" userDrawn="1">
          <p15:clr>
            <a:srgbClr val="FBAE40"/>
          </p15:clr>
        </p15:guide>
        <p15:guide id="7" orient="horz" pos="4047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maps.app.goo.gl/uNLqEW6Sm1UzJp6r9?g_st=aw" TargetMode="Externa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maps.app.goo.gl/uNLqEW6Sm1UzJp6r9?g_st=aw" TargetMode="Externa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freyrenergy.com/monocrystalline-vs-polycrystalline-solar-panels-2024-a-complete-guide/" TargetMode="Externa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yrenergy.com/monocrystalline-vs-polycrystalline-solar-panels-2024-a-complete-guide/" TargetMode="External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freyrenergy.com/monocrystalline-vs-polycrystalline-solar-panels-2024-a-complete-guide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solar-world.in/products/growatt-mic-3300tl-x2-pro-3-3kw-single-phase-solar-inverter?srsltid=AfmBOopPW_QHZsOIvzAP_5qEhJpfa7SOS7rImnwHND57wjl_IYYo4orA" TargetMode="Externa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solar-world.in/products/growatt-mic-3300tl-x2-pro-3-3kw-single-phase-solar-inverter?srsltid=AfmBOopPW_QHZsOIvzAP_5qEhJpfa7SOS7rImnwHND57wjl_IYYo4orA" TargetMode="Externa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ornatesolar.com/blog/state-wise-solar-subsidies-in-india-2021" TargetMode="Externa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amart.com/proddetail/growatt-mic-3300-tl-x-string-solar-inverter-24033760530.html?srsltid=AfmBOooA3uF6owv_MtSBWX0Ot9n-eznQXQCaahEq_kZdv9bNrQqCY86e" TargetMode="External"/><Relationship Id="rId2" Type="http://schemas.openxmlformats.org/officeDocument/2006/relationships/hyperlink" Target="https://kenbrooksolar.com/price-list/tata-solar-panel-system-price" TargetMode="Externa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diamart.com/proddetail/growatt-mic-3300-tl-x-string-solar-inverter-24033760530.html?srsltid=AfmBOooA3uF6owv_MtSBWX0Ot9n-eznQXQCaahEq_kZdv9bNrQqCY86e" TargetMode="External"/><Relationship Id="rId2" Type="http://schemas.openxmlformats.org/officeDocument/2006/relationships/hyperlink" Target="https://kenbrooksolar.com/price-list/tata-solar-panel-system-price" TargetMode="Externa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platzhalter 7">
            <a:extLst>
              <a:ext uri="{FF2B5EF4-FFF2-40B4-BE49-F238E27FC236}">
                <a16:creationId xmlns:a16="http://schemas.microsoft.com/office/drawing/2014/main" id="{895141F0-9181-3C4E-83EA-B6D77B12A7D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gray">
          <a:xfrm>
            <a:off x="1" y="942801"/>
            <a:ext cx="11651467" cy="3307824"/>
          </a:xfr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FCCB0AD-10BE-79ED-D933-A5862F55416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40000" y="4435724"/>
            <a:ext cx="11112000" cy="540000"/>
          </a:xfrm>
        </p:spPr>
        <p:txBody>
          <a:bodyPr/>
          <a:lstStyle/>
          <a:p>
            <a:r>
              <a:rPr lang="de-DE" dirty="0"/>
              <a:t>Herzlich Willkommen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836BFC2-C099-61F3-3111-14E32EBF1E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4975650"/>
            <a:ext cx="11112000" cy="360000"/>
          </a:xfrm>
        </p:spPr>
        <p:txBody>
          <a:bodyPr/>
          <a:lstStyle/>
          <a:p>
            <a:r>
              <a:rPr lang="de-DE" dirty="0"/>
              <a:t>International Energy Engineering | Solar Energy | Prof. Sirag Kartun</a:t>
            </a:r>
          </a:p>
          <a:p>
            <a:r>
              <a:rPr lang="de-DE" dirty="0"/>
              <a:t>Group 1 :- 1. Ashish Manoj Mistari</a:t>
            </a:r>
          </a:p>
          <a:p>
            <a:r>
              <a:rPr lang="de-DE" dirty="0"/>
              <a:t>	      2. Lakshmikantha Malode Ranganatharao</a:t>
            </a:r>
          </a:p>
          <a:p>
            <a:endParaRPr lang="de-DE" dirty="0"/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EA84452-BAF7-C40F-CEDC-08FFC9D8EE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gray"/>
        <p:txBody>
          <a:bodyPr/>
          <a:lstStyle/>
          <a:p>
            <a:r>
              <a:rPr lang="de-DE" dirty="0"/>
              <a:t>© 2024 OTH Amberg-Weiden</a:t>
            </a:r>
          </a:p>
        </p:txBody>
      </p:sp>
    </p:spTree>
    <p:extLst>
      <p:ext uri="{BB962C8B-B14F-4D97-AF65-F5344CB8AC3E}">
        <p14:creationId xmlns:p14="http://schemas.microsoft.com/office/powerpoint/2010/main" val="1868776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AB1D0A26-3FFC-1347-871B-83AABCAD7698}"/>
              </a:ext>
            </a:extLst>
          </p:cNvPr>
          <p:cNvSpPr txBox="1"/>
          <p:nvPr/>
        </p:nvSpPr>
        <p:spPr bwMode="gray">
          <a:xfrm>
            <a:off x="1450428" y="-5255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37" indent="-285737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de-DE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Titel 2">
            <a:extLst>
              <a:ext uri="{FF2B5EF4-FFF2-40B4-BE49-F238E27FC236}">
                <a16:creationId xmlns:a16="http://schemas.microsoft.com/office/drawing/2014/main" id="{65C07C2D-141A-1106-404C-11F4DFA8767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08827" y="377928"/>
            <a:ext cx="8268720" cy="598816"/>
          </a:xfrm>
        </p:spPr>
        <p:txBody>
          <a:bodyPr/>
          <a:lstStyle/>
          <a:p>
            <a:r>
              <a:rPr lang="de-DE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  <a:r>
              <a:rPr lang="de-DE" sz="3600" u="sng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br>
              <a:rPr lang="de-DE" sz="3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de-DE" sz="3600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platzhalter 7">
            <a:extLst>
              <a:ext uri="{FF2B5EF4-FFF2-40B4-BE49-F238E27FC236}">
                <a16:creationId xmlns:a16="http://schemas.microsoft.com/office/drawing/2014/main" id="{D3DAE24A-F0AE-BDC0-FD85-C39837ECBAE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550474" y="1640889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01</a:t>
            </a:r>
          </a:p>
        </p:txBody>
      </p:sp>
      <p:sp>
        <p:nvSpPr>
          <p:cNvPr id="36" name="Textplatzhalter 8">
            <a:extLst>
              <a:ext uri="{FF2B5EF4-FFF2-40B4-BE49-F238E27FC236}">
                <a16:creationId xmlns:a16="http://schemas.microsoft.com/office/drawing/2014/main" id="{33DB2F1D-44CA-1F53-5725-656FE310D8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550474" y="2566283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02</a:t>
            </a:r>
          </a:p>
        </p:txBody>
      </p:sp>
      <p:sp>
        <p:nvSpPr>
          <p:cNvPr id="37" name="Textplatzhalter 9">
            <a:extLst>
              <a:ext uri="{FF2B5EF4-FFF2-40B4-BE49-F238E27FC236}">
                <a16:creationId xmlns:a16="http://schemas.microsoft.com/office/drawing/2014/main" id="{090A5B79-B588-D54F-3992-374F740D174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550474" y="3491677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03 </a:t>
            </a:r>
          </a:p>
        </p:txBody>
      </p:sp>
      <p:sp>
        <p:nvSpPr>
          <p:cNvPr id="38" name="Textplatzhalter 41">
            <a:extLst>
              <a:ext uri="{FF2B5EF4-FFF2-40B4-BE49-F238E27FC236}">
                <a16:creationId xmlns:a16="http://schemas.microsoft.com/office/drawing/2014/main" id="{BC7C627F-A69E-DB84-6348-23B6E040204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 rot="5400000">
            <a:off x="1025367" y="1987799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39" name="Textplatzhalter 42">
            <a:extLst>
              <a:ext uri="{FF2B5EF4-FFF2-40B4-BE49-F238E27FC236}">
                <a16:creationId xmlns:a16="http://schemas.microsoft.com/office/drawing/2014/main" id="{18F82716-E41E-FAFE-F831-039427DA24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 rot="5400000">
            <a:off x="1025367" y="2913207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40" name="Textplatzhalter 43">
            <a:extLst>
              <a:ext uri="{FF2B5EF4-FFF2-40B4-BE49-F238E27FC236}">
                <a16:creationId xmlns:a16="http://schemas.microsoft.com/office/drawing/2014/main" id="{665E156A-4F4D-D3E3-0111-E5D5E0462FE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 rot="5400000">
            <a:off x="1025367" y="3838615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41" name="Textplatzhalter 44">
            <a:extLst>
              <a:ext uri="{FF2B5EF4-FFF2-40B4-BE49-F238E27FC236}">
                <a16:creationId xmlns:a16="http://schemas.microsoft.com/office/drawing/2014/main" id="{A6D6CB0A-1C70-3C2B-7143-902D3E167B4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1505691" y="2563715"/>
            <a:ext cx="2755986" cy="720001"/>
          </a:xfrm>
        </p:spPr>
        <p:txBody>
          <a:bodyPr/>
          <a:lstStyle/>
          <a:p>
            <a:r>
              <a:rPr lang="de-DE" dirty="0"/>
              <a:t>Geogrphical Location</a:t>
            </a:r>
          </a:p>
        </p:txBody>
      </p:sp>
      <p:sp>
        <p:nvSpPr>
          <p:cNvPr id="42" name="Textplatzhalter 45">
            <a:extLst>
              <a:ext uri="{FF2B5EF4-FFF2-40B4-BE49-F238E27FC236}">
                <a16:creationId xmlns:a16="http://schemas.microsoft.com/office/drawing/2014/main" id="{3A8AAF55-BF09-F89F-B283-D84A345B329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1505691" y="3489202"/>
            <a:ext cx="2755986" cy="720001"/>
          </a:xfrm>
        </p:spPr>
        <p:txBody>
          <a:bodyPr/>
          <a:lstStyle/>
          <a:p>
            <a:r>
              <a:rPr lang="de-DE" dirty="0"/>
              <a:t>Building Specification</a:t>
            </a:r>
          </a:p>
        </p:txBody>
      </p:sp>
      <p:sp>
        <p:nvSpPr>
          <p:cNvPr id="43" name="Textplatzhalter 46">
            <a:extLst>
              <a:ext uri="{FF2B5EF4-FFF2-40B4-BE49-F238E27FC236}">
                <a16:creationId xmlns:a16="http://schemas.microsoft.com/office/drawing/2014/main" id="{97A3A447-8794-153F-F3DD-82E2CC05F04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1505691" y="4414737"/>
            <a:ext cx="2755986" cy="720001"/>
          </a:xfrm>
        </p:spPr>
        <p:txBody>
          <a:bodyPr/>
          <a:lstStyle/>
          <a:p>
            <a:r>
              <a:rPr lang="de-DE" dirty="0"/>
              <a:t>Project Plan</a:t>
            </a:r>
          </a:p>
        </p:txBody>
      </p:sp>
      <p:sp>
        <p:nvSpPr>
          <p:cNvPr id="44" name="Textplatzhalter 16">
            <a:extLst>
              <a:ext uri="{FF2B5EF4-FFF2-40B4-BE49-F238E27FC236}">
                <a16:creationId xmlns:a16="http://schemas.microsoft.com/office/drawing/2014/main" id="{4864D83B-AB76-0917-48BC-359B575CBA9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173271" y="1640889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06</a:t>
            </a:r>
          </a:p>
        </p:txBody>
      </p:sp>
      <p:sp>
        <p:nvSpPr>
          <p:cNvPr id="45" name="Textplatzhalter 17">
            <a:extLst>
              <a:ext uri="{FF2B5EF4-FFF2-40B4-BE49-F238E27FC236}">
                <a16:creationId xmlns:a16="http://schemas.microsoft.com/office/drawing/2014/main" id="{501B25E1-98E9-F368-19D6-A1FD92CFC51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5173271" y="2566297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07</a:t>
            </a:r>
          </a:p>
        </p:txBody>
      </p:sp>
      <p:sp>
        <p:nvSpPr>
          <p:cNvPr id="46" name="Textplatzhalter 18">
            <a:extLst>
              <a:ext uri="{FF2B5EF4-FFF2-40B4-BE49-F238E27FC236}">
                <a16:creationId xmlns:a16="http://schemas.microsoft.com/office/drawing/2014/main" id="{BFC4851A-00BB-F65B-3582-9B173714105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5173271" y="3491705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08</a:t>
            </a:r>
          </a:p>
        </p:txBody>
      </p:sp>
      <p:sp>
        <p:nvSpPr>
          <p:cNvPr id="47" name="Textplatzhalter 47">
            <a:extLst>
              <a:ext uri="{FF2B5EF4-FFF2-40B4-BE49-F238E27FC236}">
                <a16:creationId xmlns:a16="http://schemas.microsoft.com/office/drawing/2014/main" id="{7EE74636-C5C8-59AD-A3D6-3EA4095B814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 rot="5400000">
            <a:off x="5648164" y="1987799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48" name="Textplatzhalter 48">
            <a:extLst>
              <a:ext uri="{FF2B5EF4-FFF2-40B4-BE49-F238E27FC236}">
                <a16:creationId xmlns:a16="http://schemas.microsoft.com/office/drawing/2014/main" id="{3F9AD9B6-2780-42D3-B777-B90712742BC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 rot="5400000">
            <a:off x="5648164" y="2913207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49" name="Textplatzhalter 49">
            <a:extLst>
              <a:ext uri="{FF2B5EF4-FFF2-40B4-BE49-F238E27FC236}">
                <a16:creationId xmlns:a16="http://schemas.microsoft.com/office/drawing/2014/main" id="{DDC97EE3-9644-5DFD-396F-0695436865D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 bwMode="gray">
          <a:xfrm rot="5400000">
            <a:off x="5648164" y="3838615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50" name="Textplatzhalter 50">
            <a:extLst>
              <a:ext uri="{FF2B5EF4-FFF2-40B4-BE49-F238E27FC236}">
                <a16:creationId xmlns:a16="http://schemas.microsoft.com/office/drawing/2014/main" id="{C79FC467-F9E4-7810-BED1-E9A1D403CD2B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gray">
          <a:xfrm>
            <a:off x="6128488" y="1641300"/>
            <a:ext cx="2755986" cy="720001"/>
          </a:xfrm>
        </p:spPr>
        <p:txBody>
          <a:bodyPr/>
          <a:lstStyle/>
          <a:p>
            <a:r>
              <a:rPr lang="de-DE" dirty="0"/>
              <a:t>Design of Layout</a:t>
            </a:r>
          </a:p>
        </p:txBody>
      </p:sp>
      <p:sp>
        <p:nvSpPr>
          <p:cNvPr id="51" name="Textplatzhalter 51">
            <a:extLst>
              <a:ext uri="{FF2B5EF4-FFF2-40B4-BE49-F238E27FC236}">
                <a16:creationId xmlns:a16="http://schemas.microsoft.com/office/drawing/2014/main" id="{08321963-BCE8-F46A-F296-80E0800CC73E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gray">
          <a:xfrm>
            <a:off x="6128488" y="2566823"/>
            <a:ext cx="2755986" cy="720001"/>
          </a:xfrm>
        </p:spPr>
        <p:txBody>
          <a:bodyPr/>
          <a:lstStyle/>
          <a:p>
            <a:r>
              <a:rPr lang="de-DE" dirty="0"/>
              <a:t>Comparison between </a:t>
            </a:r>
          </a:p>
          <a:p>
            <a:r>
              <a:rPr lang="de-DE" dirty="0"/>
              <a:t>PV modules</a:t>
            </a:r>
          </a:p>
        </p:txBody>
      </p:sp>
      <p:sp>
        <p:nvSpPr>
          <p:cNvPr id="52" name="Textplatzhalter 52">
            <a:extLst>
              <a:ext uri="{FF2B5EF4-FFF2-40B4-BE49-F238E27FC236}">
                <a16:creationId xmlns:a16="http://schemas.microsoft.com/office/drawing/2014/main" id="{3E089930-DC43-D025-836D-75EFF25595B8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gray">
          <a:xfrm>
            <a:off x="6128488" y="3492345"/>
            <a:ext cx="2755986" cy="720001"/>
          </a:xfrm>
        </p:spPr>
        <p:txBody>
          <a:bodyPr/>
          <a:lstStyle/>
          <a:p>
            <a:r>
              <a:rPr lang="de-DE" dirty="0"/>
              <a:t>Parameter Specefication</a:t>
            </a:r>
          </a:p>
        </p:txBody>
      </p:sp>
      <p:sp>
        <p:nvSpPr>
          <p:cNvPr id="53" name="Textplatzhalter 25">
            <a:extLst>
              <a:ext uri="{FF2B5EF4-FFF2-40B4-BE49-F238E27FC236}">
                <a16:creationId xmlns:a16="http://schemas.microsoft.com/office/drawing/2014/main" id="{5BA706D9-EA66-6BB1-F9FD-A6D84D86A1E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gray">
          <a:xfrm>
            <a:off x="550474" y="4417071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bg1">
                    <a:lumMod val="85000"/>
                  </a:schemeClr>
                </a:solidFill>
              </a:rPr>
              <a:t>04</a:t>
            </a:r>
          </a:p>
        </p:txBody>
      </p:sp>
      <p:sp>
        <p:nvSpPr>
          <p:cNvPr id="54" name="Textplatzhalter 53">
            <a:extLst>
              <a:ext uri="{FF2B5EF4-FFF2-40B4-BE49-F238E27FC236}">
                <a16:creationId xmlns:a16="http://schemas.microsoft.com/office/drawing/2014/main" id="{CB1AE18A-1F71-755D-1B62-AB52415499C8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gray">
          <a:xfrm rot="5400000">
            <a:off x="1025367" y="4764023"/>
            <a:ext cx="648000" cy="27000"/>
          </a:xfrm>
          <a:solidFill>
            <a:schemeClr val="bg1">
              <a:lumMod val="75000"/>
            </a:schemeClr>
          </a:solidFill>
        </p:spPr>
        <p:txBody>
          <a:bodyPr/>
          <a:lstStyle/>
          <a:p>
            <a:r>
              <a:rPr lang="de-DE" dirty="0">
                <a:solidFill>
                  <a:schemeClr val="bg1">
                    <a:lumMod val="85000"/>
                  </a:schemeClr>
                </a:solidFill>
                <a:highlight>
                  <a:srgbClr val="C0C0C0"/>
                </a:highlight>
              </a:rPr>
              <a:t> </a:t>
            </a:r>
          </a:p>
        </p:txBody>
      </p:sp>
      <p:sp>
        <p:nvSpPr>
          <p:cNvPr id="55" name="Textplatzhalter 54">
            <a:extLst>
              <a:ext uri="{FF2B5EF4-FFF2-40B4-BE49-F238E27FC236}">
                <a16:creationId xmlns:a16="http://schemas.microsoft.com/office/drawing/2014/main" id="{4E1B371B-0AA6-7E5F-1538-ED95F7AC9403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gray">
          <a:xfrm>
            <a:off x="1505691" y="5340272"/>
            <a:ext cx="2755986" cy="720001"/>
          </a:xfrm>
        </p:spPr>
        <p:txBody>
          <a:bodyPr/>
          <a:lstStyle/>
          <a:p>
            <a:r>
              <a:rPr lang="de-DE" dirty="0"/>
              <a:t>Load Assessment</a:t>
            </a:r>
          </a:p>
        </p:txBody>
      </p:sp>
      <p:sp>
        <p:nvSpPr>
          <p:cNvPr id="56" name="Textplatzhalter 28">
            <a:extLst>
              <a:ext uri="{FF2B5EF4-FFF2-40B4-BE49-F238E27FC236}">
                <a16:creationId xmlns:a16="http://schemas.microsoft.com/office/drawing/2014/main" id="{2C58B281-66BE-3F0D-E59F-521A9D14AE8F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gray">
          <a:xfrm>
            <a:off x="5173271" y="4417113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09</a:t>
            </a:r>
          </a:p>
        </p:txBody>
      </p:sp>
      <p:sp>
        <p:nvSpPr>
          <p:cNvPr id="57" name="Textplatzhalter 55">
            <a:extLst>
              <a:ext uri="{FF2B5EF4-FFF2-40B4-BE49-F238E27FC236}">
                <a16:creationId xmlns:a16="http://schemas.microsoft.com/office/drawing/2014/main" id="{1FC58076-AACD-313B-0005-801F2505EED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gray">
          <a:xfrm rot="5400000">
            <a:off x="5648164" y="4764023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58" name="Textplatzhalter 56">
            <a:extLst>
              <a:ext uri="{FF2B5EF4-FFF2-40B4-BE49-F238E27FC236}">
                <a16:creationId xmlns:a16="http://schemas.microsoft.com/office/drawing/2014/main" id="{B7678031-F077-8EDF-C3C1-729E239F277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gray">
          <a:xfrm>
            <a:off x="6128488" y="4417869"/>
            <a:ext cx="2755986" cy="720001"/>
          </a:xfrm>
        </p:spPr>
        <p:txBody>
          <a:bodyPr/>
          <a:lstStyle/>
          <a:p>
            <a:r>
              <a:rPr lang="de-DE" dirty="0"/>
              <a:t>Polysun Result</a:t>
            </a:r>
          </a:p>
        </p:txBody>
      </p:sp>
      <p:sp>
        <p:nvSpPr>
          <p:cNvPr id="59" name="Textplatzhalter 31">
            <a:extLst>
              <a:ext uri="{FF2B5EF4-FFF2-40B4-BE49-F238E27FC236}">
                <a16:creationId xmlns:a16="http://schemas.microsoft.com/office/drawing/2014/main" id="{4F862FC5-8B15-FDC9-C9BB-AB21FEF2CE37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gray">
          <a:xfrm>
            <a:off x="550474" y="5342520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05</a:t>
            </a:r>
          </a:p>
        </p:txBody>
      </p:sp>
      <p:sp>
        <p:nvSpPr>
          <p:cNvPr id="60" name="Textplatzhalter 57">
            <a:extLst>
              <a:ext uri="{FF2B5EF4-FFF2-40B4-BE49-F238E27FC236}">
                <a16:creationId xmlns:a16="http://schemas.microsoft.com/office/drawing/2014/main" id="{15E22C1B-893B-70D7-FFC3-2AC95420922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 bwMode="gray">
          <a:xfrm rot="5400000">
            <a:off x="1025367" y="5689430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61" name="Textplatzhalter 58">
            <a:extLst>
              <a:ext uri="{FF2B5EF4-FFF2-40B4-BE49-F238E27FC236}">
                <a16:creationId xmlns:a16="http://schemas.microsoft.com/office/drawing/2014/main" id="{D4A3F3A0-F7EB-5CAD-9493-7BCD0FF3B1B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 bwMode="gray">
          <a:xfrm>
            <a:off x="1505691" y="1613130"/>
            <a:ext cx="2755986" cy="720001"/>
          </a:xfrm>
        </p:spPr>
        <p:txBody>
          <a:bodyPr/>
          <a:lstStyle/>
          <a:p>
            <a:r>
              <a:rPr lang="de-DE" dirty="0"/>
              <a:t>Introduction</a:t>
            </a:r>
          </a:p>
        </p:txBody>
      </p:sp>
      <p:sp>
        <p:nvSpPr>
          <p:cNvPr id="62" name="Textplatzhalter 34">
            <a:extLst>
              <a:ext uri="{FF2B5EF4-FFF2-40B4-BE49-F238E27FC236}">
                <a16:creationId xmlns:a16="http://schemas.microsoft.com/office/drawing/2014/main" id="{598E4E96-EBE8-5187-D92C-367D86C96950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 bwMode="gray">
          <a:xfrm>
            <a:off x="5173271" y="5342520"/>
            <a:ext cx="796529" cy="720820"/>
          </a:xfrm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10</a:t>
            </a:r>
          </a:p>
        </p:txBody>
      </p:sp>
      <p:sp>
        <p:nvSpPr>
          <p:cNvPr id="63" name="Textplatzhalter 59">
            <a:extLst>
              <a:ext uri="{FF2B5EF4-FFF2-40B4-BE49-F238E27FC236}">
                <a16:creationId xmlns:a16="http://schemas.microsoft.com/office/drawing/2014/main" id="{9D930903-9D9A-084E-9568-C0E8BCE49493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gray">
          <a:xfrm rot="5400000">
            <a:off x="5648164" y="5689430"/>
            <a:ext cx="648000" cy="27000"/>
          </a:xfrm>
          <a:solidFill>
            <a:schemeClr val="tx1">
              <a:lumMod val="20000"/>
              <a:lumOff val="80000"/>
            </a:schemeClr>
          </a:solidFill>
          <a:ln>
            <a:noFill/>
          </a:ln>
        </p:spPr>
        <p:txBody>
          <a:bodyPr/>
          <a:lstStyle/>
          <a:p>
            <a:r>
              <a:rPr lang="de-DE" dirty="0">
                <a:solidFill>
                  <a:schemeClr val="tx1">
                    <a:lumMod val="20000"/>
                    <a:lumOff val="80000"/>
                  </a:schemeClr>
                </a:solidFill>
              </a:rPr>
              <a:t> </a:t>
            </a:r>
          </a:p>
        </p:txBody>
      </p:sp>
      <p:sp>
        <p:nvSpPr>
          <p:cNvPr id="64" name="Textplatzhalter 60">
            <a:extLst>
              <a:ext uri="{FF2B5EF4-FFF2-40B4-BE49-F238E27FC236}">
                <a16:creationId xmlns:a16="http://schemas.microsoft.com/office/drawing/2014/main" id="{4830920E-6829-25B0-DFEC-2EE059DD04F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gray">
          <a:xfrm>
            <a:off x="6128488" y="5343393"/>
            <a:ext cx="2755986" cy="720001"/>
          </a:xfrm>
        </p:spPr>
        <p:txBody>
          <a:bodyPr/>
          <a:lstStyle/>
          <a:p>
            <a:r>
              <a:rPr lang="de-DE" dirty="0"/>
              <a:t>Feasibility Study</a:t>
            </a:r>
          </a:p>
        </p:txBody>
      </p:sp>
    </p:spTree>
    <p:extLst>
      <p:ext uri="{BB962C8B-B14F-4D97-AF65-F5344CB8AC3E}">
        <p14:creationId xmlns:p14="http://schemas.microsoft.com/office/powerpoint/2010/main" val="3527206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42E45848-5C99-44BC-10B9-A96B4452D1A2}"/>
              </a:ext>
            </a:extLst>
          </p:cNvPr>
          <p:cNvSpPr txBox="1"/>
          <p:nvPr/>
        </p:nvSpPr>
        <p:spPr bwMode="gray">
          <a:xfrm>
            <a:off x="550720" y="405246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Introduction</a:t>
            </a:r>
            <a:endParaRPr lang="en-IN" sz="20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0D8EF5AF-C46D-A8C6-32AB-4C457F2AE8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3</a:t>
            </a:fld>
            <a:endParaRPr lang="de-DE" noProof="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AE1911-AA4F-B416-15FF-675A8529A0E9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6A6C1C-1967-86A5-B183-0E615471CC68}"/>
              </a:ext>
            </a:extLst>
          </p:cNvPr>
          <p:cNvSpPr txBox="1"/>
          <p:nvPr/>
        </p:nvSpPr>
        <p:spPr bwMode="gray">
          <a:xfrm>
            <a:off x="538163" y="1727200"/>
            <a:ext cx="11118850" cy="4146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Aim: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“To design a cost-effective, efficient solar energy system”.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Objective :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Analysis of the site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Collection and Analysis of data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Forecasting and designing of the solar system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Economic calculations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Selection of the solar system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15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67721182-23B5-C00D-9EC0-4CE715BAC92F}"/>
              </a:ext>
            </a:extLst>
          </p:cNvPr>
          <p:cNvSpPr txBox="1"/>
          <p:nvPr/>
        </p:nvSpPr>
        <p:spPr bwMode="gray">
          <a:xfrm>
            <a:off x="550720" y="405014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Geographical Location</a:t>
            </a:r>
            <a:endParaRPr lang="en-IN" sz="20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CF9924-7315-E35E-0F0E-E78972C24241}"/>
              </a:ext>
            </a:extLst>
          </p:cNvPr>
          <p:cNvSpPr txBox="1"/>
          <p:nvPr/>
        </p:nvSpPr>
        <p:spPr bwMode="gray">
          <a:xfrm>
            <a:off x="548554" y="1737592"/>
            <a:ext cx="5382491" cy="138199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Country :- India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City :- Pune, Maharashtra.</a:t>
            </a:r>
          </a:p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Location </a:t>
            </a:r>
            <a:r>
              <a:rPr lang="en-IN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Coordinates:- 21°20'01.1"N 74°33'22.1"E</a:t>
            </a:r>
            <a:endParaRPr lang="en-US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Building type :- 2 Floor Apartment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EF8DD6-7365-CF3B-BED5-A73DB412EA35}"/>
                  </a:ext>
                </a:extLst>
              </p:cNvPr>
              <p:cNvSpPr txBox="1"/>
              <p:nvPr/>
            </p:nvSpPr>
            <p:spPr bwMode="gray">
              <a:xfrm>
                <a:off x="550722" y="4094020"/>
                <a:ext cx="6608618" cy="168959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algn="l">
                  <a:lnSpc>
                    <a:spcPct val="90000"/>
                  </a:lnSpc>
                  <a:spcAft>
                    <a:spcPts val="1000"/>
                  </a:spcAft>
                  <a:buClr>
                    <a:schemeClr val="accent1"/>
                  </a:buClr>
                </a:pP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Type of Building :- Residential</a:t>
                </a:r>
              </a:p>
              <a:p>
                <a:pPr algn="l">
                  <a:lnSpc>
                    <a:spcPct val="90000"/>
                  </a:lnSpc>
                  <a:spcAft>
                    <a:spcPts val="1000"/>
                  </a:spcAft>
                  <a:buClr>
                    <a:schemeClr val="accent1"/>
                  </a:buClr>
                </a:pP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Area :- 1200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N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90000"/>
                  </a:lnSpc>
                  <a:spcAft>
                    <a:spcPts val="1000"/>
                  </a:spcAft>
                  <a:buClr>
                    <a:schemeClr val="accent1"/>
                  </a:buClr>
                </a:pPr>
                <a:r>
                  <a:rPr lang="en-IN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Usable Area :- 900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2</m:t>
                        </m:r>
                      </m:sup>
                    </m:sSup>
                  </m:oMath>
                </a14:m>
                <a:endParaRPr lang="en-IN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l">
                  <a:lnSpc>
                    <a:spcPct val="90000"/>
                  </a:lnSpc>
                  <a:spcAft>
                    <a:spcPts val="1000"/>
                  </a:spcAft>
                  <a:buClr>
                    <a:schemeClr val="accent1"/>
                  </a:buClr>
                </a:pPr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Orientation</a:t>
                </a:r>
                <a:r>
                  <a:rPr lang="en-IN" dirty="0">
                    <a:solidFill>
                      <a:schemeClr val="tx1">
                        <a:lumMod val="50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of Building :- South-West Facing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EAEF8DD6-7365-CF3B-BED5-A73DB412EA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gray">
              <a:xfrm>
                <a:off x="550722" y="4094020"/>
                <a:ext cx="6608618" cy="1689591"/>
              </a:xfrm>
              <a:prstGeom prst="rect">
                <a:avLst/>
              </a:prstGeom>
              <a:blipFill>
                <a:blip r:embed="rId2"/>
                <a:stretch>
                  <a:fillRect l="-2122" t="-613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33141640-E888-14EA-92C5-EB5C7E0E57B1}"/>
              </a:ext>
            </a:extLst>
          </p:cNvPr>
          <p:cNvSpPr txBox="1"/>
          <p:nvPr/>
        </p:nvSpPr>
        <p:spPr bwMode="gray">
          <a:xfrm>
            <a:off x="538162" y="3486152"/>
            <a:ext cx="5634037" cy="4883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Building Specification </a:t>
            </a:r>
          </a:p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endParaRPr lang="en-IN" sz="3600" dirty="0" err="1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BC249A55-7BAC-9959-3D9A-7CAB8AC269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4</a:t>
            </a:fld>
            <a:endParaRPr lang="de-DE" noProof="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F5E87A-6509-E4B0-3ED4-3A82EAFDB4DF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4FC81D-E4B5-7A24-BF04-1D93ED37A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258" y="1444105"/>
            <a:ext cx="2265215" cy="2390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50059C4-22AB-4DB2-5B6F-F977FA92E8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2366"/>
          <a:stretch/>
        </p:blipFill>
        <p:spPr>
          <a:xfrm>
            <a:off x="8237646" y="2998711"/>
            <a:ext cx="2519263" cy="2784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CAF60E-9814-2AAF-98A6-B969E082049B}"/>
              </a:ext>
            </a:extLst>
          </p:cNvPr>
          <p:cNvSpPr txBox="1"/>
          <p:nvPr/>
        </p:nvSpPr>
        <p:spPr bwMode="gray">
          <a:xfrm>
            <a:off x="550722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u="sng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:-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https://maps.app.goo.gl/uNLqEW6Sm1UzJp6r9?g_st=aw</a:t>
            </a:r>
            <a:endParaRPr lang="en-IN" sz="1000" dirty="0">
              <a:solidFill>
                <a:schemeClr val="tx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881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507D0-5251-92F9-256B-8CBD5F860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FE62E5-E1D4-EA0E-A0E3-AF2E383FB48A}"/>
              </a:ext>
            </a:extLst>
          </p:cNvPr>
          <p:cNvSpPr txBox="1"/>
          <p:nvPr/>
        </p:nvSpPr>
        <p:spPr bwMode="gray">
          <a:xfrm>
            <a:off x="550717" y="405247"/>
            <a:ext cx="5953991" cy="66046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Project Plan </a:t>
            </a:r>
            <a:endParaRPr lang="en-IN" sz="3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BF014D-ABDC-ABDF-5D83-057A7BFFD75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5</a:t>
            </a:fld>
            <a:endParaRPr lang="de-DE" noProof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5E3C75-AD86-6827-DCE2-CA21666ECDD6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60EAADC-8E9A-0405-B65E-16BCE86F3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73265"/>
              </p:ext>
            </p:extLst>
          </p:nvPr>
        </p:nvGraphicFramePr>
        <p:xfrm>
          <a:off x="536861" y="1534954"/>
          <a:ext cx="5160820" cy="4343400"/>
        </p:xfrm>
        <a:graphic>
          <a:graphicData uri="http://schemas.openxmlformats.org/drawingml/2006/table">
            <a:tbl>
              <a:tblPr/>
              <a:tblGrid>
                <a:gridCol w="1032164">
                  <a:extLst>
                    <a:ext uri="{9D8B030D-6E8A-4147-A177-3AD203B41FA5}">
                      <a16:colId xmlns:a16="http://schemas.microsoft.com/office/drawing/2014/main" val="2410273093"/>
                    </a:ext>
                  </a:extLst>
                </a:gridCol>
                <a:gridCol w="1032164">
                  <a:extLst>
                    <a:ext uri="{9D8B030D-6E8A-4147-A177-3AD203B41FA5}">
                      <a16:colId xmlns:a16="http://schemas.microsoft.com/office/drawing/2014/main" val="1293652590"/>
                    </a:ext>
                  </a:extLst>
                </a:gridCol>
                <a:gridCol w="1032164">
                  <a:extLst>
                    <a:ext uri="{9D8B030D-6E8A-4147-A177-3AD203B41FA5}">
                      <a16:colId xmlns:a16="http://schemas.microsoft.com/office/drawing/2014/main" val="3570460146"/>
                    </a:ext>
                  </a:extLst>
                </a:gridCol>
                <a:gridCol w="1032164">
                  <a:extLst>
                    <a:ext uri="{9D8B030D-6E8A-4147-A177-3AD203B41FA5}">
                      <a16:colId xmlns:a16="http://schemas.microsoft.com/office/drawing/2014/main" val="3154154728"/>
                    </a:ext>
                  </a:extLst>
                </a:gridCol>
                <a:gridCol w="1032164">
                  <a:extLst>
                    <a:ext uri="{9D8B030D-6E8A-4147-A177-3AD203B41FA5}">
                      <a16:colId xmlns:a16="http://schemas.microsoft.com/office/drawing/2014/main" val="1150036047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Task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Date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End Date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Duration Days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Progress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54791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Study &amp; Planning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24-Mar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31-Mar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2239019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Initiation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01-Apr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08-Apr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39977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Location Selection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09-Apr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23-Apr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144184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Collection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24-Apr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0885945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Feasibility Study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09926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Layout Design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17-May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31-May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3843226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System Design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01-Jun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08-Jun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3276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Final Design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09-Jun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16-Jun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18603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Presentation Report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17-Jun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24-Jun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66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Done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76435"/>
                  </a:ext>
                </a:extLst>
              </a:tr>
            </a:tbl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0D2B1BC-3842-9C42-9DC3-F9D70BB377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950554"/>
              </p:ext>
            </p:extLst>
          </p:nvPr>
        </p:nvGraphicFramePr>
        <p:xfrm>
          <a:off x="5933210" y="1534954"/>
          <a:ext cx="5718790" cy="43387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46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C8F427E6-A24D-2EDA-5D18-247E3F7006EC}"/>
              </a:ext>
            </a:extLst>
          </p:cNvPr>
          <p:cNvSpPr txBox="1"/>
          <p:nvPr/>
        </p:nvSpPr>
        <p:spPr bwMode="gray">
          <a:xfrm>
            <a:off x="550721" y="405247"/>
            <a:ext cx="6816436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Load Assessment</a:t>
            </a:r>
            <a:endParaRPr lang="en-IN" sz="3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D060FF-D703-32D5-D0EA-709E4DC2CC59}"/>
              </a:ext>
            </a:extLst>
          </p:cNvPr>
          <p:cNvSpPr txBox="1"/>
          <p:nvPr/>
        </p:nvSpPr>
        <p:spPr bwMode="gray">
          <a:xfrm>
            <a:off x="550719" y="1735283"/>
            <a:ext cx="7159336" cy="14547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Consumption data 2024</a:t>
            </a:r>
            <a:endParaRPr lang="en-IN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4" name="Table 43">
            <a:extLst>
              <a:ext uri="{FF2B5EF4-FFF2-40B4-BE49-F238E27FC236}">
                <a16:creationId xmlns:a16="http://schemas.microsoft.com/office/drawing/2014/main" id="{C6CFE751-2676-5B3C-107C-F224E4BA2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4478691"/>
              </p:ext>
            </p:extLst>
          </p:nvPr>
        </p:nvGraphicFramePr>
        <p:xfrm>
          <a:off x="843968" y="2130134"/>
          <a:ext cx="4050150" cy="4099578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{3C2FFA5D-87B4-456A-9821-1D502468CF0F}</a:tableStyleId>
              </a:tblPr>
              <a:tblGrid>
                <a:gridCol w="1166620">
                  <a:extLst>
                    <a:ext uri="{9D8B030D-6E8A-4147-A177-3AD203B41FA5}">
                      <a16:colId xmlns:a16="http://schemas.microsoft.com/office/drawing/2014/main" val="1375985025"/>
                    </a:ext>
                  </a:extLst>
                </a:gridCol>
                <a:gridCol w="2883530">
                  <a:extLst>
                    <a:ext uri="{9D8B030D-6E8A-4147-A177-3AD203B41FA5}">
                      <a16:colId xmlns:a16="http://schemas.microsoft.com/office/drawing/2014/main" val="1767959890"/>
                    </a:ext>
                  </a:extLst>
                </a:gridCol>
              </a:tblGrid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Month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Electricity Consumed (kWh)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53461717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January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78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79892955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February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83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95626298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March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107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47892108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April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130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3392498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May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708132868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June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99195405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July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122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29778144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August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148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005052186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September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100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02956338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October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126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31524257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November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94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5060867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>
                          <a:solidFill>
                            <a:srgbClr val="000000"/>
                          </a:solidFill>
                          <a:effectLst/>
                        </a:rPr>
                        <a:t>December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86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578285046"/>
                  </a:ext>
                </a:extLst>
              </a:tr>
              <a:tr h="29282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1337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18406768"/>
                  </a:ext>
                </a:extLst>
              </a:tr>
            </a:tbl>
          </a:graphicData>
        </a:graphic>
      </p:graphicFrame>
      <p:graphicFrame>
        <p:nvGraphicFramePr>
          <p:cNvPr id="45" name="Chart 44">
            <a:extLst>
              <a:ext uri="{FF2B5EF4-FFF2-40B4-BE49-F238E27FC236}">
                <a16:creationId xmlns:a16="http://schemas.microsoft.com/office/drawing/2014/main" id="{36BB9B0C-7C03-DAD3-0F53-45095929A68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627930"/>
              </p:ext>
            </p:extLst>
          </p:nvPr>
        </p:nvGraphicFramePr>
        <p:xfrm>
          <a:off x="5424055" y="2130134"/>
          <a:ext cx="6037117" cy="4099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1D9B37E1-2F95-2F46-DE2D-29F491765A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6</a:t>
            </a:fld>
            <a:endParaRPr lang="de-DE" noProof="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F3E88F-3105-0EFE-6DE7-9772ABBB4ED0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BA4C31D-21D4-F571-ECF4-28E59FCFAEAC}"/>
              </a:ext>
            </a:extLst>
          </p:cNvPr>
          <p:cNvSpPr txBox="1"/>
          <p:nvPr/>
        </p:nvSpPr>
        <p:spPr bwMode="gray">
          <a:xfrm>
            <a:off x="550714" y="6431974"/>
            <a:ext cx="5164286" cy="211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Source:- Maharashtra State Electricity Distribution Company Limited Light Bills</a:t>
            </a:r>
            <a:endParaRPr lang="en-IN" sz="1100" dirty="0">
              <a:solidFill>
                <a:schemeClr val="tx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A2D2387A-8388-315A-D6E1-51D6E26312A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4788513"/>
              </p:ext>
            </p:extLst>
          </p:nvPr>
        </p:nvGraphicFramePr>
        <p:xfrm>
          <a:off x="5586845" y="253335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showAsIcon="1" r:id="rId3" imgW="914400" imgH="792338" progId="Acrobat.Document.DC">
                  <p:embed/>
                </p:oleObj>
              </mc:Choice>
              <mc:Fallback>
                <p:oleObj name="Acrobat Document" showAsIcon="1" r:id="rId3" imgW="914400" imgH="792338" progId="Acrobat.Document.DC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586845" y="253335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24628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77DD6-D56B-915C-A54A-1F7C58AA1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6">
            <a:extLst>
              <a:ext uri="{FF2B5EF4-FFF2-40B4-BE49-F238E27FC236}">
                <a16:creationId xmlns:a16="http://schemas.microsoft.com/office/drawing/2014/main" id="{E71948A4-A902-2005-8547-7C55427C04AE}"/>
              </a:ext>
            </a:extLst>
          </p:cNvPr>
          <p:cNvSpPr txBox="1"/>
          <p:nvPr/>
        </p:nvSpPr>
        <p:spPr bwMode="gray">
          <a:xfrm>
            <a:off x="550720" y="1391597"/>
            <a:ext cx="7512627" cy="32490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Sun Path </a:t>
            </a:r>
            <a:r>
              <a:rPr lang="en-IN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Diagram </a:t>
            </a:r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693DAEC7-E1F5-30BC-C8F5-2CE4E013E0C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7</a:t>
            </a:fld>
            <a:endParaRPr lang="de-DE" noProof="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F9852-9992-EC9A-0C9C-A7410DA41EB4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2BBFF4-CA30-2012-4C8B-8FA772D97410}"/>
              </a:ext>
            </a:extLst>
          </p:cNvPr>
          <p:cNvSpPr txBox="1"/>
          <p:nvPr/>
        </p:nvSpPr>
        <p:spPr bwMode="gray">
          <a:xfrm>
            <a:off x="550720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u="sng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Source :-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https://maps.app.goo.gl/uNLqEW6Sm1UzJp6r9?g_st=aw</a:t>
            </a:r>
            <a:endParaRPr lang="en-IN" sz="1000" dirty="0">
              <a:solidFill>
                <a:schemeClr val="tx1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D45690-B971-9650-1B21-53DBC860C1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162" y="1734005"/>
            <a:ext cx="5557837" cy="43981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A9A1E0-1BE5-60B0-621F-4D080539A7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1919" y="1734005"/>
            <a:ext cx="5310082" cy="43981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1FAA65-E579-19F7-1E70-2B0AC540B492}"/>
              </a:ext>
            </a:extLst>
          </p:cNvPr>
          <p:cNvSpPr txBox="1"/>
          <p:nvPr/>
        </p:nvSpPr>
        <p:spPr bwMode="gray">
          <a:xfrm>
            <a:off x="550721" y="394856"/>
            <a:ext cx="6816436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Design of Layout</a:t>
            </a:r>
            <a:endParaRPr lang="en-IN" sz="3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878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57467-6F7E-8046-9D2C-2EE82760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306E3B3E-C795-D441-2AF6-7536FFC0A1E2}"/>
              </a:ext>
            </a:extLst>
          </p:cNvPr>
          <p:cNvSpPr txBox="1"/>
          <p:nvPr/>
        </p:nvSpPr>
        <p:spPr bwMode="gray">
          <a:xfrm>
            <a:off x="550721" y="394856"/>
            <a:ext cx="6816436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Design of Layout </a:t>
            </a:r>
            <a:r>
              <a:rPr lang="en-US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EA9EB43-BE8E-8355-281C-43F510537E2D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BA132F-8C80-1D9A-5684-831E44BACF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605"/>
          <a:stretch>
            <a:fillRect/>
          </a:stretch>
        </p:blipFill>
        <p:spPr>
          <a:xfrm>
            <a:off x="538163" y="1820719"/>
            <a:ext cx="5695992" cy="3260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8C9186F-795A-5C95-A203-E4E14411BB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7273"/>
          <a:stretch>
            <a:fillRect/>
          </a:stretch>
        </p:blipFill>
        <p:spPr>
          <a:xfrm>
            <a:off x="5145467" y="2150917"/>
            <a:ext cx="6511546" cy="29302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E44A609-9512-366A-CF5B-CF9F292A3390}"/>
              </a:ext>
            </a:extLst>
          </p:cNvPr>
          <p:cNvSpPr txBox="1"/>
          <p:nvPr/>
        </p:nvSpPr>
        <p:spPr bwMode="gray">
          <a:xfrm>
            <a:off x="550721" y="1371600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Software :- </a:t>
            </a:r>
            <a:r>
              <a:rPr lang="en-US" sz="2800" b="1" dirty="0" err="1">
                <a:solidFill>
                  <a:schemeClr val="tx1">
                    <a:lumMod val="50000"/>
                  </a:schemeClr>
                </a:solidFill>
              </a:rPr>
              <a:t>Polysun</a:t>
            </a:r>
            <a:r>
              <a:rPr lang="en-US" sz="2800" b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IN" sz="2800" b="1" dirty="0" err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A1D250-2DED-20C2-C133-452C90840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992" y="2221512"/>
            <a:ext cx="4814372" cy="2953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BF0F53F-86BC-3309-0BCA-A32A95C2E7F1}"/>
              </a:ext>
            </a:extLst>
          </p:cNvPr>
          <p:cNvSpPr txBox="1"/>
          <p:nvPr/>
        </p:nvSpPr>
        <p:spPr bwMode="gray">
          <a:xfrm>
            <a:off x="550720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IN" sz="1000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183046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3D17B-769C-F5AE-3BEF-FFC35CE87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6E527DA9-8F84-6F9C-2B65-9CF5EB934F4F}"/>
              </a:ext>
            </a:extLst>
          </p:cNvPr>
          <p:cNvSpPr txBox="1"/>
          <p:nvPr/>
        </p:nvSpPr>
        <p:spPr bwMode="gray">
          <a:xfrm>
            <a:off x="571090" y="400791"/>
            <a:ext cx="6816436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7. Comparison </a:t>
            </a:r>
            <a:endParaRPr lang="en-IN" sz="3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5BDE1AC-8F3B-0A57-A1F5-EF620169A56D}"/>
              </a:ext>
            </a:extLst>
          </p:cNvPr>
          <p:cNvSpPr txBox="1"/>
          <p:nvPr/>
        </p:nvSpPr>
        <p:spPr bwMode="gray">
          <a:xfrm>
            <a:off x="11876397" y="6562602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4E9245-E28A-CF3D-60F9-C7FD4609B1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7304827"/>
              </p:ext>
            </p:extLst>
          </p:nvPr>
        </p:nvGraphicFramePr>
        <p:xfrm>
          <a:off x="1344056" y="1889001"/>
          <a:ext cx="8765886" cy="3624115"/>
        </p:xfrm>
        <a:graphic>
          <a:graphicData uri="http://schemas.openxmlformats.org/drawingml/2006/table">
            <a:tbl>
              <a:tblPr/>
              <a:tblGrid>
                <a:gridCol w="2296302">
                  <a:extLst>
                    <a:ext uri="{9D8B030D-6E8A-4147-A177-3AD203B41FA5}">
                      <a16:colId xmlns:a16="http://schemas.microsoft.com/office/drawing/2014/main" val="569656463"/>
                    </a:ext>
                  </a:extLst>
                </a:gridCol>
                <a:gridCol w="3214824">
                  <a:extLst>
                    <a:ext uri="{9D8B030D-6E8A-4147-A177-3AD203B41FA5}">
                      <a16:colId xmlns:a16="http://schemas.microsoft.com/office/drawing/2014/main" val="2623172839"/>
                    </a:ext>
                  </a:extLst>
                </a:gridCol>
                <a:gridCol w="3254760">
                  <a:extLst>
                    <a:ext uri="{9D8B030D-6E8A-4147-A177-3AD203B41FA5}">
                      <a16:colId xmlns:a16="http://schemas.microsoft.com/office/drawing/2014/main" val="2545934946"/>
                    </a:ext>
                  </a:extLst>
                </a:gridCol>
              </a:tblGrid>
              <a:tr h="36522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Polycrystaline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6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Monocrystaline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3093400"/>
                  </a:ext>
                </a:extLst>
              </a:tr>
              <a:tr h="64616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Solar Panel Efficiency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Efficiency Rate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13% to 16%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Efficiency Rate</a:t>
                      </a:r>
                      <a:b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16% to 23%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9575953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Appearance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Blue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Black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96432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Expensive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More Expensive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273266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Life Span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25-35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25-35 years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1358426"/>
                  </a:ext>
                </a:extLst>
              </a:tr>
              <a:tr h="6321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 Coefficient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Low Temperature Coefficient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 Temperature Coefficient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957412"/>
                  </a:ext>
                </a:extLst>
              </a:tr>
              <a:tr h="3371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Durability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Less Durable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Highly Durable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883859"/>
                  </a:ext>
                </a:extLst>
              </a:tr>
              <a:tr h="632113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Roof Space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Requires more roof space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Works on Roofs with limited space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7D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817549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BF45ED9-0A8D-5C2B-2154-4EFEB5A19935}"/>
              </a:ext>
            </a:extLst>
          </p:cNvPr>
          <p:cNvSpPr txBox="1"/>
          <p:nvPr/>
        </p:nvSpPr>
        <p:spPr bwMode="gray">
          <a:xfrm>
            <a:off x="571083" y="6478482"/>
            <a:ext cx="5164286" cy="2114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Source:- </a:t>
            </a:r>
            <a:r>
              <a:rPr lang="en-US" sz="100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FreyrEnergy_Access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Time &amp; Date_17.15_19062025</a:t>
            </a:r>
            <a:endParaRPr lang="en-IN" sz="1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7813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F9794-BC89-3F49-08EF-9E6C5A436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85611460-0910-1497-06EB-4D3F8F9F8488}"/>
              </a:ext>
            </a:extLst>
          </p:cNvPr>
          <p:cNvSpPr txBox="1"/>
          <p:nvPr/>
        </p:nvSpPr>
        <p:spPr bwMode="gray">
          <a:xfrm>
            <a:off x="550721" y="394856"/>
            <a:ext cx="6816436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Parameter Specification</a:t>
            </a:r>
            <a:endParaRPr lang="en-IN" sz="3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BC0344E-19A0-A4BA-DE3D-13F41B7C7255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390EA2-B3A8-8794-5F51-E93E3CF47CD5}"/>
              </a:ext>
            </a:extLst>
          </p:cNvPr>
          <p:cNvSpPr txBox="1"/>
          <p:nvPr/>
        </p:nvSpPr>
        <p:spPr bwMode="gray">
          <a:xfrm>
            <a:off x="561112" y="3491347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2. PV Module</a:t>
            </a:r>
            <a:endParaRPr lang="en-IN" sz="2400" b="1" dirty="0" err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D029B1-ADC2-1E85-7778-FC8D27701D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55" y="3846947"/>
            <a:ext cx="6652346" cy="20291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AE2C3E-3B5D-45B2-6944-78E365C17564}"/>
              </a:ext>
            </a:extLst>
          </p:cNvPr>
          <p:cNvSpPr txBox="1"/>
          <p:nvPr/>
        </p:nvSpPr>
        <p:spPr bwMode="gray">
          <a:xfrm>
            <a:off x="557647" y="1368137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1. Local Electricity Grid</a:t>
            </a:r>
            <a:endParaRPr lang="en-IN" sz="2400" b="1" dirty="0" err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B14CC28-1076-31C5-3D56-9B06FDFAFFF1}"/>
              </a:ext>
            </a:extLst>
          </p:cNvPr>
          <p:cNvSpPr txBox="1"/>
          <p:nvPr/>
        </p:nvSpPr>
        <p:spPr bwMode="gray">
          <a:xfrm>
            <a:off x="550721" y="1727200"/>
            <a:ext cx="8291943" cy="12838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Electricity Grid :- Three Phase (127V/220V, 50Hz,WYE)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Grid Configuration :- Three Phase star (WYE)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Nominal Voltage :- 220V</a:t>
            </a:r>
          </a:p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Nominal Frequency :- 50Hz</a:t>
            </a:r>
            <a:endParaRPr lang="en-IN" dirty="0" err="1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78800-3D47-0C15-F998-2A4367796A04}"/>
              </a:ext>
            </a:extLst>
          </p:cNvPr>
          <p:cNvSpPr txBox="1"/>
          <p:nvPr/>
        </p:nvSpPr>
        <p:spPr bwMode="gray">
          <a:xfrm>
            <a:off x="550720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IN" sz="1000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3767943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09C3ADE-329D-6A07-591B-EAC7057B92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7448" y="1404074"/>
            <a:ext cx="8268720" cy="235714"/>
          </a:xfrm>
        </p:spPr>
        <p:txBody>
          <a:bodyPr/>
          <a:lstStyle/>
          <a:p>
            <a:r>
              <a:rPr lang="en-IN" sz="2000" b="1" dirty="0">
                <a:solidFill>
                  <a:schemeClr val="tx1">
                    <a:lumMod val="50000"/>
                  </a:schemeClr>
                </a:solidFill>
              </a:rPr>
              <a:t>Tata Power Solar TP300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5C313AAB-8795-5CE7-4525-549348676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661" y="2235725"/>
            <a:ext cx="5259600" cy="2448000"/>
          </a:xfrm>
          <a:prstGeom prst="rect">
            <a:avLst/>
          </a:prstGeom>
          <a:ln>
            <a:solidFill>
              <a:schemeClr val="accent3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8E91FAD4-F023-B4FD-B32E-AB3C152155B0}"/>
              </a:ext>
            </a:extLst>
          </p:cNvPr>
          <p:cNvSpPr txBox="1"/>
          <p:nvPr/>
        </p:nvSpPr>
        <p:spPr bwMode="gray">
          <a:xfrm>
            <a:off x="544283" y="1854217"/>
            <a:ext cx="4844142" cy="23571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Electrical Parameters at Standard Test Conditions (STC)</a:t>
            </a: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0FA7BE6E-ABA1-2314-32F9-BBED552BF7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919598"/>
              </p:ext>
            </p:extLst>
          </p:nvPr>
        </p:nvGraphicFramePr>
        <p:xfrm>
          <a:off x="6393922" y="2220893"/>
          <a:ext cx="5257800" cy="244679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2719292">
                  <a:extLst>
                    <a:ext uri="{9D8B030D-6E8A-4147-A177-3AD203B41FA5}">
                      <a16:colId xmlns:a16="http://schemas.microsoft.com/office/drawing/2014/main" val="1368110928"/>
                    </a:ext>
                  </a:extLst>
                </a:gridCol>
                <a:gridCol w="2538508">
                  <a:extLst>
                    <a:ext uri="{9D8B030D-6E8A-4147-A177-3AD203B41FA5}">
                      <a16:colId xmlns:a16="http://schemas.microsoft.com/office/drawing/2014/main" val="3533894280"/>
                    </a:ext>
                  </a:extLst>
                </a:gridCol>
              </a:tblGrid>
              <a:tr h="464457">
                <a:tc>
                  <a:txBody>
                    <a:bodyPr/>
                    <a:lstStyle/>
                    <a:p>
                      <a:r>
                        <a:rPr lang="en-IN" sz="1400" b="0" dirty="0"/>
                        <a:t>Power Output Pmax (W)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/>
                        <a:t>216.0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807597"/>
                  </a:ext>
                </a:extLst>
              </a:tr>
              <a:tr h="464457">
                <a:tc>
                  <a:txBody>
                    <a:bodyPr/>
                    <a:lstStyle/>
                    <a:p>
                      <a:r>
                        <a:rPr lang="en-IN" sz="1400" dirty="0"/>
                        <a:t>Voltage at PMAX VMPP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32.2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421189"/>
                  </a:ext>
                </a:extLst>
              </a:tr>
              <a:tr h="464457">
                <a:tc>
                  <a:txBody>
                    <a:bodyPr/>
                    <a:lstStyle/>
                    <a:p>
                      <a:r>
                        <a:rPr lang="en-IN" sz="1400" dirty="0"/>
                        <a:t>Current at PMAX IMPP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6.71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5400755"/>
                  </a:ext>
                </a:extLst>
              </a:tr>
              <a:tr h="588962">
                <a:tc>
                  <a:txBody>
                    <a:bodyPr/>
                    <a:lstStyle/>
                    <a:p>
                      <a:r>
                        <a:rPr lang="en-IN" sz="1400" dirty="0"/>
                        <a:t>Open-circuit voltage </a:t>
                      </a:r>
                      <a:r>
                        <a:rPr lang="en-IN" sz="1400" dirty="0" err="1"/>
                        <a:t>Voc</a:t>
                      </a:r>
                      <a:r>
                        <a:rPr lang="en-IN" sz="1400" dirty="0"/>
                        <a:t> (V)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39.4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9950127"/>
                  </a:ext>
                </a:extLst>
              </a:tr>
              <a:tr h="464457">
                <a:tc>
                  <a:txBody>
                    <a:bodyPr/>
                    <a:lstStyle/>
                    <a:p>
                      <a:r>
                        <a:rPr lang="en-IN" sz="1400" dirty="0"/>
                        <a:t>Short-circuit current </a:t>
                      </a:r>
                      <a:r>
                        <a:rPr lang="en-IN" sz="1400" dirty="0" err="1"/>
                        <a:t>Isc</a:t>
                      </a:r>
                      <a:r>
                        <a:rPr lang="en-IN" sz="1400" dirty="0"/>
                        <a:t> (A)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dirty="0"/>
                        <a:t>7.24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9306763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490852D2-09DA-F57B-FF38-36C4BF540FF2}"/>
              </a:ext>
            </a:extLst>
          </p:cNvPr>
          <p:cNvSpPr txBox="1"/>
          <p:nvPr/>
        </p:nvSpPr>
        <p:spPr bwMode="gray">
          <a:xfrm>
            <a:off x="6362071" y="1842402"/>
            <a:ext cx="3481251" cy="23571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Electrical Parameters at NOCT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2FBCD6-01AA-D8B4-A92F-A4E4132C6699}"/>
              </a:ext>
            </a:extLst>
          </p:cNvPr>
          <p:cNvSpPr txBox="1"/>
          <p:nvPr/>
        </p:nvSpPr>
        <p:spPr bwMode="gray">
          <a:xfrm>
            <a:off x="551736" y="6435694"/>
            <a:ext cx="6259285" cy="188572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Source:- </a:t>
            </a:r>
            <a:r>
              <a:rPr lang="en-US" sz="100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FreyrEnergy_Access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Time &amp; Date_17.15_19062025</a:t>
            </a:r>
            <a:endParaRPr lang="en-IN" sz="1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43089-EB26-8EA0-52F4-781918A94499}"/>
              </a:ext>
            </a:extLst>
          </p:cNvPr>
          <p:cNvSpPr txBox="1"/>
          <p:nvPr/>
        </p:nvSpPr>
        <p:spPr bwMode="gray">
          <a:xfrm>
            <a:off x="550720" y="394856"/>
            <a:ext cx="8593279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Parameter Specification </a:t>
            </a:r>
            <a:r>
              <a:rPr lang="en-US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5A65D1-C2C0-D41E-4C4A-FD11AFF709A2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943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Box 34">
            <a:extLst>
              <a:ext uri="{FF2B5EF4-FFF2-40B4-BE49-F238E27FC236}">
                <a16:creationId xmlns:a16="http://schemas.microsoft.com/office/drawing/2014/main" id="{DBA1A718-5D66-590D-B33F-BC5009A375FB}"/>
              </a:ext>
            </a:extLst>
          </p:cNvPr>
          <p:cNvSpPr txBox="1"/>
          <p:nvPr/>
        </p:nvSpPr>
        <p:spPr bwMode="gray">
          <a:xfrm>
            <a:off x="540000" y="1861461"/>
            <a:ext cx="4593772" cy="360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Temperature coefficient characteristics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AF75E3A-AF51-F22E-2EF0-C444053BBB7A}"/>
              </a:ext>
            </a:extLst>
          </p:cNvPr>
          <p:cNvSpPr txBox="1"/>
          <p:nvPr/>
        </p:nvSpPr>
        <p:spPr bwMode="gray">
          <a:xfrm>
            <a:off x="6342945" y="1853969"/>
            <a:ext cx="2971800" cy="360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Operating conditions</a:t>
            </a:r>
          </a:p>
        </p:txBody>
      </p:sp>
      <p:graphicFrame>
        <p:nvGraphicFramePr>
          <p:cNvPr id="37" name="Table 36">
            <a:extLst>
              <a:ext uri="{FF2B5EF4-FFF2-40B4-BE49-F238E27FC236}">
                <a16:creationId xmlns:a16="http://schemas.microsoft.com/office/drawing/2014/main" id="{7ACFE6B7-A8BC-86C2-D731-EE3C17DC3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906746"/>
              </p:ext>
            </p:extLst>
          </p:nvPr>
        </p:nvGraphicFramePr>
        <p:xfrm>
          <a:off x="829983" y="2221990"/>
          <a:ext cx="5259600" cy="244455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040855">
                  <a:extLst>
                    <a:ext uri="{9D8B030D-6E8A-4147-A177-3AD203B41FA5}">
                      <a16:colId xmlns:a16="http://schemas.microsoft.com/office/drawing/2014/main" val="3664085650"/>
                    </a:ext>
                  </a:extLst>
                </a:gridCol>
                <a:gridCol w="2218745">
                  <a:extLst>
                    <a:ext uri="{9D8B030D-6E8A-4147-A177-3AD203B41FA5}">
                      <a16:colId xmlns:a16="http://schemas.microsoft.com/office/drawing/2014/main" val="2992044040"/>
                    </a:ext>
                  </a:extLst>
                </a:gridCol>
              </a:tblGrid>
              <a:tr h="432244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NOCT (ºC)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 ± 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130847"/>
                  </a:ext>
                </a:extLst>
              </a:tr>
              <a:tr h="457826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	efficiency	(%/ºC)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-0.06 ± 0.01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7637485"/>
                  </a:ext>
                </a:extLst>
              </a:tr>
              <a:tr h="457826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 coefficient of PMAX (%/ºC)</a:t>
                      </a:r>
                      <a:endParaRPr lang="en-I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-0.41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6844404"/>
                  </a:ext>
                </a:extLst>
              </a:tr>
              <a:tr h="457826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 coefficient of VOC (%/ºC)</a:t>
                      </a:r>
                      <a:endParaRPr lang="en-I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-0.32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7888204"/>
                  </a:ext>
                </a:extLst>
              </a:tr>
              <a:tr h="457826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Temperature coefficient of ISC (%/ºC)</a:t>
                      </a:r>
                      <a:endParaRPr lang="en-I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0.058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47753681"/>
                  </a:ext>
                </a:extLst>
              </a:tr>
            </a:tbl>
          </a:graphicData>
        </a:graphic>
      </p:graphicFrame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523F8096-1B09-F3E7-B2C9-1411A37678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8814417"/>
              </p:ext>
            </p:extLst>
          </p:nvPr>
        </p:nvGraphicFramePr>
        <p:xfrm>
          <a:off x="6393352" y="2213440"/>
          <a:ext cx="5259600" cy="244348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29800">
                  <a:extLst>
                    <a:ext uri="{9D8B030D-6E8A-4147-A177-3AD203B41FA5}">
                      <a16:colId xmlns:a16="http://schemas.microsoft.com/office/drawing/2014/main" val="3574093619"/>
                    </a:ext>
                  </a:extLst>
                </a:gridCol>
                <a:gridCol w="2629800">
                  <a:extLst>
                    <a:ext uri="{9D8B030D-6E8A-4147-A177-3AD203B41FA5}">
                      <a16:colId xmlns:a16="http://schemas.microsoft.com/office/drawing/2014/main" val="3561475814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system voltage (UL &amp; IEC) (V)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1000 &amp; 1000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3836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series fuse rating (A)</a:t>
                      </a:r>
                      <a:endParaRPr lang="en-I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80892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Limiting reverse current (A)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595054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Operating temperature range (ºC)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–40 and +85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645137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lang="en-US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Maximum static load (snow or wind)</a:t>
                      </a:r>
                      <a:endParaRPr lang="en-I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 </a:t>
                      </a:r>
                      <a:r>
                        <a:rPr lang="en-IN" sz="14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psf</a:t>
                      </a:r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(5400 Pa)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4806426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35602A2F-08CC-812A-BE2D-99500E71E3CE}"/>
              </a:ext>
            </a:extLst>
          </p:cNvPr>
          <p:cNvSpPr txBox="1"/>
          <p:nvPr/>
        </p:nvSpPr>
        <p:spPr bwMode="gray">
          <a:xfrm>
            <a:off x="546577" y="6463658"/>
            <a:ext cx="7456715" cy="261258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Source:- </a:t>
            </a:r>
            <a:r>
              <a:rPr lang="en-US" sz="100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FreyrEnergy_Access</a:t>
            </a:r>
            <a:r>
              <a:rPr lang="en-US" sz="10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Time &amp; Date_17.15_19062025</a:t>
            </a:r>
            <a:endParaRPr lang="en-IN" sz="100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Placeholder 32">
            <a:extLst>
              <a:ext uri="{FF2B5EF4-FFF2-40B4-BE49-F238E27FC236}">
                <a16:creationId xmlns:a16="http://schemas.microsoft.com/office/drawing/2014/main" id="{EC31EEF3-2735-D5A3-BDD2-DA496B60C1D3}"/>
              </a:ext>
            </a:extLst>
          </p:cNvPr>
          <p:cNvSpPr txBox="1">
            <a:spLocks/>
          </p:cNvSpPr>
          <p:nvPr/>
        </p:nvSpPr>
        <p:spPr bwMode="gray">
          <a:xfrm>
            <a:off x="547448" y="1404074"/>
            <a:ext cx="8268720" cy="2357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22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37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54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72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90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5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b="1">
                <a:solidFill>
                  <a:schemeClr val="tx1">
                    <a:lumMod val="50000"/>
                  </a:schemeClr>
                </a:solidFill>
              </a:rPr>
              <a:t>Tata Power Solar TP300</a:t>
            </a:r>
            <a:endParaRPr lang="en-IN" sz="20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FD3DE8-8C19-BA5D-8FA8-4C7C4CD9AB51}"/>
              </a:ext>
            </a:extLst>
          </p:cNvPr>
          <p:cNvSpPr txBox="1"/>
          <p:nvPr/>
        </p:nvSpPr>
        <p:spPr bwMode="gray">
          <a:xfrm>
            <a:off x="550720" y="394856"/>
            <a:ext cx="8593279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Parameter Specification </a:t>
            </a:r>
            <a:r>
              <a:rPr lang="en-US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34EA1F-3983-DFBA-6506-166072348317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2077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516C7-B8D6-917E-199B-44965EDDA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CD711436-5C2A-74E1-FF9A-AA7B822893E2}"/>
              </a:ext>
            </a:extLst>
          </p:cNvPr>
          <p:cNvSpPr txBox="1"/>
          <p:nvPr/>
        </p:nvSpPr>
        <p:spPr bwMode="gray">
          <a:xfrm>
            <a:off x="550720" y="394856"/>
            <a:ext cx="8593279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Parameter Specification </a:t>
            </a:r>
            <a:r>
              <a:rPr lang="en-US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3E9322D-5D07-4D4E-10DD-D8352686D7B6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11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63FAF-E767-FFE0-0361-4748DCEE3613}"/>
              </a:ext>
            </a:extLst>
          </p:cNvPr>
          <p:cNvSpPr txBox="1"/>
          <p:nvPr/>
        </p:nvSpPr>
        <p:spPr bwMode="gray">
          <a:xfrm>
            <a:off x="557647" y="1368137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3. Inverter</a:t>
            </a:r>
            <a:endParaRPr lang="en-IN" sz="2400" b="1" dirty="0" err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374655-58FE-8228-F387-03E92A2E1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714" y="1731349"/>
            <a:ext cx="7168233" cy="4858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C9C350-EDBD-E51E-82CE-66B5CBBEE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720" y="2214109"/>
            <a:ext cx="7171991" cy="2294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34C43E-54F4-7E02-3789-F82174C5BD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56" y="2463467"/>
            <a:ext cx="7171991" cy="652465"/>
          </a:xfrm>
          <a:prstGeom prst="rect">
            <a:avLst/>
          </a:prstGeom>
        </p:spPr>
      </p:pic>
      <p:graphicFrame>
        <p:nvGraphicFramePr>
          <p:cNvPr id="46" name="Content Placeholder 45">
            <a:extLst>
              <a:ext uri="{FF2B5EF4-FFF2-40B4-BE49-F238E27FC236}">
                <a16:creationId xmlns:a16="http://schemas.microsoft.com/office/drawing/2014/main" id="{19F57D6D-F8BF-2012-69ED-716C233388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83307645"/>
              </p:ext>
            </p:extLst>
          </p:nvPr>
        </p:nvGraphicFramePr>
        <p:xfrm>
          <a:off x="812714" y="3535992"/>
          <a:ext cx="5435684" cy="235923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717842">
                  <a:extLst>
                    <a:ext uri="{9D8B030D-6E8A-4147-A177-3AD203B41FA5}">
                      <a16:colId xmlns:a16="http://schemas.microsoft.com/office/drawing/2014/main" val="1098697365"/>
                    </a:ext>
                  </a:extLst>
                </a:gridCol>
                <a:gridCol w="2717842">
                  <a:extLst>
                    <a:ext uri="{9D8B030D-6E8A-4147-A177-3AD203B41FA5}">
                      <a16:colId xmlns:a16="http://schemas.microsoft.com/office/drawing/2014/main" val="1430612083"/>
                    </a:ext>
                  </a:extLst>
                </a:gridCol>
              </a:tblGrid>
              <a:tr h="498146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recommended PV power (for module STC)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4290W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3654427"/>
                  </a:ext>
                </a:extLst>
              </a:tr>
              <a:tr h="293027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DC voltage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550V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7029459"/>
                  </a:ext>
                </a:extLst>
              </a:tr>
              <a:tr h="293027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Start voltage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80V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124667"/>
                  </a:ext>
                </a:extLst>
              </a:tr>
              <a:tr h="293027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MPP voltage range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65V-550V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2083768"/>
                  </a:ext>
                </a:extLst>
              </a:tr>
              <a:tr h="408510">
                <a:tc>
                  <a:txBody>
                    <a:bodyPr/>
                    <a:lstStyle/>
                    <a:p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voltage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360V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5160179"/>
                  </a:ext>
                </a:extLst>
              </a:tr>
              <a:tr h="498146"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PV strings per MPP tracker</a:t>
                      </a:r>
                      <a:endParaRPr lang="en-IN" sz="14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4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2946788"/>
                  </a:ext>
                </a:extLst>
              </a:tr>
            </a:tbl>
          </a:graphicData>
        </a:graphic>
      </p:graphicFrame>
      <p:pic>
        <p:nvPicPr>
          <p:cNvPr id="41" name="Content Placeholder 40">
            <a:extLst>
              <a:ext uri="{FF2B5EF4-FFF2-40B4-BE49-F238E27FC236}">
                <a16:creationId xmlns:a16="http://schemas.microsoft.com/office/drawing/2014/main" id="{56903C46-C65F-D981-DAFF-1D0F60D78D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000" y="1740396"/>
            <a:ext cx="3517436" cy="4127603"/>
          </a:xfrm>
          <a:prstGeom prst="rect">
            <a:avLst/>
          </a:prstGeom>
        </p:spPr>
      </p:pic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19E29A2C-1798-D94E-FEC3-3976B4AACFAA}"/>
              </a:ext>
            </a:extLst>
          </p:cNvPr>
          <p:cNvSpPr txBox="1">
            <a:spLocks/>
          </p:cNvSpPr>
          <p:nvPr/>
        </p:nvSpPr>
        <p:spPr bwMode="gray">
          <a:xfrm>
            <a:off x="540000" y="6429619"/>
            <a:ext cx="11112000" cy="28800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0037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54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72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90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5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Inverter_Growatt-MIC3300TL-X2_Access Time &amp; Date_2040_24062025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1000" b="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  <a:endParaRPr lang="en-IN" sz="1000" b="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475C70-4592-1D43-FD97-B2724BC35C3A}"/>
              </a:ext>
            </a:extLst>
          </p:cNvPr>
          <p:cNvSpPr txBox="1"/>
          <p:nvPr/>
        </p:nvSpPr>
        <p:spPr bwMode="gray">
          <a:xfrm>
            <a:off x="539750" y="3284366"/>
            <a:ext cx="4905575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Data :-</a:t>
            </a:r>
          </a:p>
        </p:txBody>
      </p:sp>
    </p:spTree>
    <p:extLst>
      <p:ext uri="{BB962C8B-B14F-4D97-AF65-F5344CB8AC3E}">
        <p14:creationId xmlns:p14="http://schemas.microsoft.com/office/powerpoint/2010/main" val="58056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Content Placeholder 12">
            <a:extLst>
              <a:ext uri="{FF2B5EF4-FFF2-40B4-BE49-F238E27FC236}">
                <a16:creationId xmlns:a16="http://schemas.microsoft.com/office/drawing/2014/main" id="{DCAF243F-113E-F0D9-87D0-1C6FE5A857AE}"/>
              </a:ext>
            </a:extLst>
          </p:cNvPr>
          <p:cNvGraphicFramePr>
            <a:graphicFrameLocks noGrp="1"/>
          </p:cNvGraphicFramePr>
          <p:nvPr>
            <p:ph sz="quarter" idx="17"/>
            <p:extLst>
              <p:ext uri="{D42A27DB-BD31-4B8C-83A1-F6EECF244321}">
                <p14:modId xmlns:p14="http://schemas.microsoft.com/office/powerpoint/2010/main" val="1109253425"/>
              </p:ext>
            </p:extLst>
          </p:nvPr>
        </p:nvGraphicFramePr>
        <p:xfrm>
          <a:off x="539750" y="2344112"/>
          <a:ext cx="6669124" cy="3144089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3334562">
                  <a:extLst>
                    <a:ext uri="{9D8B030D-6E8A-4147-A177-3AD203B41FA5}">
                      <a16:colId xmlns:a16="http://schemas.microsoft.com/office/drawing/2014/main" val="484117274"/>
                    </a:ext>
                  </a:extLst>
                </a:gridCol>
                <a:gridCol w="3334562">
                  <a:extLst>
                    <a:ext uri="{9D8B030D-6E8A-4147-A177-3AD203B41FA5}">
                      <a16:colId xmlns:a16="http://schemas.microsoft.com/office/drawing/2014/main" val="32561741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 nominal power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3300W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8096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AC apparent power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3300VA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9451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Nominal AC voltage(range*)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230V (180-280V)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3923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 grid frequency(range*)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50/60 Hz (45-55Hz/55-65 Hz)</a:t>
                      </a:r>
                      <a:endParaRPr lang="en-IN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90086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output current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14.3A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1180199"/>
                  </a:ext>
                </a:extLst>
              </a:tr>
              <a:tr h="419319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Adjustable power facto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0.8leading…0.8lagging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647927"/>
                  </a:ext>
                </a:extLst>
              </a:tr>
              <a:tr h="499730">
                <a:tc>
                  <a:txBody>
                    <a:bodyPr/>
                    <a:lstStyle/>
                    <a:p>
                      <a:r>
                        <a:rPr lang="en-IN" sz="1600" b="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THDi</a:t>
                      </a:r>
                      <a:endParaRPr lang="en-IN" sz="1600" b="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&lt;3%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3451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AC grid connection type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Single phase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0989276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976F2BF-2389-AE27-A8BC-4F3FF19C13D5}"/>
              </a:ext>
            </a:extLst>
          </p:cNvPr>
          <p:cNvSpPr txBox="1"/>
          <p:nvPr/>
        </p:nvSpPr>
        <p:spPr bwMode="gray">
          <a:xfrm>
            <a:off x="539750" y="1856628"/>
            <a:ext cx="4905575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Output data (AC)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E9F9ED6-3330-840A-85D8-443111074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556975"/>
              </p:ext>
            </p:extLst>
          </p:nvPr>
        </p:nvGraphicFramePr>
        <p:xfrm>
          <a:off x="7704129" y="2336091"/>
          <a:ext cx="3950588" cy="1782615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144819">
                  <a:extLst>
                    <a:ext uri="{9D8B030D-6E8A-4147-A177-3AD203B41FA5}">
                      <a16:colId xmlns:a16="http://schemas.microsoft.com/office/drawing/2014/main" val="3063841531"/>
                    </a:ext>
                  </a:extLst>
                </a:gridCol>
                <a:gridCol w="1805769">
                  <a:extLst>
                    <a:ext uri="{9D8B030D-6E8A-4147-A177-3AD203B41FA5}">
                      <a16:colId xmlns:a16="http://schemas.microsoft.com/office/drawing/2014/main" val="2636589805"/>
                    </a:ext>
                  </a:extLst>
                </a:gridCol>
              </a:tblGrid>
              <a:tr h="604702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Max. efficiency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97.6%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7895701"/>
                  </a:ext>
                </a:extLst>
              </a:tr>
              <a:tr h="564543">
                <a:tc>
                  <a:txBody>
                    <a:bodyPr/>
                    <a:lstStyle/>
                    <a:p>
                      <a:pPr algn="l"/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European efficiency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97.1%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3764015"/>
                  </a:ext>
                </a:extLst>
              </a:tr>
              <a:tr h="61337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MPPT efficiency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99.9%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69812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B05F824D-F264-ECEE-5476-925CF4121967}"/>
              </a:ext>
            </a:extLst>
          </p:cNvPr>
          <p:cNvSpPr txBox="1"/>
          <p:nvPr/>
        </p:nvSpPr>
        <p:spPr bwMode="gray">
          <a:xfrm>
            <a:off x="7411012" y="1834768"/>
            <a:ext cx="1568657" cy="360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Efficiency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B55D61-C8D7-1DA7-FB21-D90ADE0400FF}"/>
              </a:ext>
            </a:extLst>
          </p:cNvPr>
          <p:cNvSpPr txBox="1"/>
          <p:nvPr/>
        </p:nvSpPr>
        <p:spPr bwMode="gray">
          <a:xfrm>
            <a:off x="550720" y="394856"/>
            <a:ext cx="8593279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Parameter Specification </a:t>
            </a:r>
            <a:r>
              <a:rPr lang="en-US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9C8604-77B3-AEDD-CD34-B94E972D326E}"/>
              </a:ext>
            </a:extLst>
          </p:cNvPr>
          <p:cNvSpPr txBox="1"/>
          <p:nvPr/>
        </p:nvSpPr>
        <p:spPr bwMode="gray">
          <a:xfrm>
            <a:off x="557647" y="1368137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000" b="1" dirty="0" err="1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Growatt</a:t>
            </a: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MIC 3300TL-X2</a:t>
            </a:r>
            <a:endParaRPr lang="en-IN" sz="20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Placeholder 44">
            <a:extLst>
              <a:ext uri="{FF2B5EF4-FFF2-40B4-BE49-F238E27FC236}">
                <a16:creationId xmlns:a16="http://schemas.microsoft.com/office/drawing/2014/main" id="{5E0151B9-6CC9-E770-FD91-5D615FF13A67}"/>
              </a:ext>
            </a:extLst>
          </p:cNvPr>
          <p:cNvSpPr txBox="1">
            <a:spLocks/>
          </p:cNvSpPr>
          <p:nvPr/>
        </p:nvSpPr>
        <p:spPr bwMode="gray">
          <a:xfrm>
            <a:off x="540000" y="6429619"/>
            <a:ext cx="11112000" cy="288000"/>
          </a:xfrm>
          <a:prstGeom prst="rect">
            <a:avLst/>
          </a:prstGeom>
        </p:spPr>
        <p:txBody>
          <a:bodyPr vert="horz" lIns="0" tIns="0" rIns="0" bIns="72000" rtlCol="0" anchor="ctr">
            <a:noAutofit/>
          </a:bodyPr>
          <a:lstStyle>
            <a:lvl1pPr marL="0" indent="0" algn="l" defTabSz="914445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54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20037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54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0072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00090" indent="-270013" algn="l" defTabSz="914445" rtl="0" eaLnBrk="1" latinLnBrk="0" hangingPunct="1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–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725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948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172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395" indent="-228612" algn="l" defTabSz="914445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Inverter_Growatt-MIC3300TL-X2_Access Time &amp; Date_2040_24062025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1000" b="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US" sz="1000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  <a:endParaRPr lang="en-IN" sz="1000" b="0" dirty="0">
              <a:solidFill>
                <a:schemeClr val="bg1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D75F7A-4EAA-7C80-90E7-386B31DF38AF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12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98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0311-9B58-869B-B21C-CD688B166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7">
            <a:extLst>
              <a:ext uri="{FF2B5EF4-FFF2-40B4-BE49-F238E27FC236}">
                <a16:creationId xmlns:a16="http://schemas.microsoft.com/office/drawing/2014/main" id="{2CDE1F47-342F-3CF5-D3C3-4FDCC0D41092}"/>
              </a:ext>
            </a:extLst>
          </p:cNvPr>
          <p:cNvSpPr txBox="1"/>
          <p:nvPr/>
        </p:nvSpPr>
        <p:spPr bwMode="gray">
          <a:xfrm>
            <a:off x="550720" y="394856"/>
            <a:ext cx="8593279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8. Parameter Specification </a:t>
            </a:r>
            <a:r>
              <a:rPr lang="en-US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4E9700E-E579-E75A-6B04-BB42FB2A7713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BE6C52-362F-6AC0-FD65-D98BF5DFC531}"/>
              </a:ext>
            </a:extLst>
          </p:cNvPr>
          <p:cNvSpPr txBox="1"/>
          <p:nvPr/>
        </p:nvSpPr>
        <p:spPr bwMode="gray">
          <a:xfrm>
            <a:off x="561112" y="1373790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400" b="1" dirty="0">
                <a:solidFill>
                  <a:schemeClr val="tx1">
                    <a:lumMod val="50000"/>
                  </a:schemeClr>
                </a:solidFill>
              </a:rPr>
              <a:t>4. Battery</a:t>
            </a:r>
            <a:endParaRPr lang="en-IN" sz="2400" b="1" dirty="0" err="1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DF24032-E2CC-A1C4-27DF-C19C7867B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163" y="1833663"/>
            <a:ext cx="7793403" cy="133811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C96C24-8B64-4675-B393-EF213AC849B1}"/>
              </a:ext>
            </a:extLst>
          </p:cNvPr>
          <p:cNvSpPr txBox="1"/>
          <p:nvPr/>
        </p:nvSpPr>
        <p:spPr bwMode="gray">
          <a:xfrm>
            <a:off x="561112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IN" sz="1000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2080401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BF6352-54EE-9714-1B73-625669228CB3}"/>
              </a:ext>
            </a:extLst>
          </p:cNvPr>
          <p:cNvSpPr txBox="1"/>
          <p:nvPr/>
        </p:nvSpPr>
        <p:spPr bwMode="gray">
          <a:xfrm>
            <a:off x="550721" y="394856"/>
            <a:ext cx="6816436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Result</a:t>
            </a:r>
            <a:endParaRPr lang="en-IN" sz="3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18804C-683C-79A3-7A97-1E700814C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4" y="2194790"/>
            <a:ext cx="5400000" cy="288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86D580-D75F-58CC-8EE6-7A4C86B7B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5444" y="2184395"/>
            <a:ext cx="5400000" cy="2881278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7433D72-3EA7-6386-8879-63C390F9ED09}"/>
              </a:ext>
            </a:extLst>
          </p:cNvPr>
          <p:cNvSpPr txBox="1"/>
          <p:nvPr/>
        </p:nvSpPr>
        <p:spPr bwMode="gray">
          <a:xfrm>
            <a:off x="554561" y="1740212"/>
            <a:ext cx="3990106" cy="423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Produced by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PV Modules</a:t>
            </a:r>
            <a:endParaRPr lang="en-IN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B81B52-A878-F6EE-940C-AEE08257B97A}"/>
              </a:ext>
            </a:extLst>
          </p:cNvPr>
          <p:cNvSpPr txBox="1"/>
          <p:nvPr/>
        </p:nvSpPr>
        <p:spPr bwMode="gray">
          <a:xfrm>
            <a:off x="6239476" y="1763026"/>
            <a:ext cx="3990106" cy="423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Consumption </a:t>
            </a:r>
            <a:endParaRPr lang="en-IN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3B5A9C-5633-A90E-0388-A8902FA2727D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6C8E27-7C30-6365-E3E8-36BC53359B3D}"/>
              </a:ext>
            </a:extLst>
          </p:cNvPr>
          <p:cNvSpPr txBox="1"/>
          <p:nvPr/>
        </p:nvSpPr>
        <p:spPr bwMode="gray">
          <a:xfrm>
            <a:off x="550720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IN" sz="1000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170411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043C6-0E70-1518-C4B2-C3ECADFC7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F987E0F-D1BE-00E3-2EA7-921822742E8E}"/>
              </a:ext>
            </a:extLst>
          </p:cNvPr>
          <p:cNvSpPr txBox="1"/>
          <p:nvPr/>
        </p:nvSpPr>
        <p:spPr bwMode="gray">
          <a:xfrm>
            <a:off x="549122" y="1727200"/>
            <a:ext cx="3990106" cy="423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supplied to the Grid</a:t>
            </a:r>
            <a:endParaRPr lang="en-IN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7C618E-2BB7-807B-7A90-5B11DAE5A200}"/>
              </a:ext>
            </a:extLst>
          </p:cNvPr>
          <p:cNvSpPr txBox="1"/>
          <p:nvPr/>
        </p:nvSpPr>
        <p:spPr bwMode="gray">
          <a:xfrm>
            <a:off x="6216802" y="1727200"/>
            <a:ext cx="3990106" cy="4237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Electricity from the Grid</a:t>
            </a:r>
            <a:endParaRPr lang="en-IN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FEFD11-6EA3-D361-9D5C-AD1E82D61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307" y="2194786"/>
            <a:ext cx="5400001" cy="288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5075A99-3DAA-EABE-AF7F-F6A8696DBE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692" y="2178627"/>
            <a:ext cx="5400000" cy="2880000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BF77C1-E6BA-F163-3B2F-7EE90A1CF6C3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15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21B79F-4474-B826-FD57-B749D664CCC1}"/>
              </a:ext>
            </a:extLst>
          </p:cNvPr>
          <p:cNvSpPr txBox="1"/>
          <p:nvPr/>
        </p:nvSpPr>
        <p:spPr bwMode="gray">
          <a:xfrm>
            <a:off x="550721" y="394856"/>
            <a:ext cx="6816436" cy="7689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9. Result  </a:t>
            </a:r>
            <a:r>
              <a:rPr lang="en-US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84AD10-8FDC-4F92-D6CA-C37C8EE3AD2F}"/>
              </a:ext>
            </a:extLst>
          </p:cNvPr>
          <p:cNvSpPr txBox="1"/>
          <p:nvPr/>
        </p:nvSpPr>
        <p:spPr bwMode="gray">
          <a:xfrm>
            <a:off x="550720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IN" sz="1000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16736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C43C15-DD64-A4D9-2F99-B7F3CDA62336}"/>
              </a:ext>
            </a:extLst>
          </p:cNvPr>
          <p:cNvSpPr txBox="1"/>
          <p:nvPr/>
        </p:nvSpPr>
        <p:spPr bwMode="gray">
          <a:xfrm>
            <a:off x="545869" y="393930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Feasibility Study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1B47465-F1F8-BCD6-F9DF-2579AC80D77C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16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24C9D-3714-9932-34E1-27411D1C561D}"/>
              </a:ext>
            </a:extLst>
          </p:cNvPr>
          <p:cNvSpPr txBox="1"/>
          <p:nvPr/>
        </p:nvSpPr>
        <p:spPr bwMode="gray">
          <a:xfrm>
            <a:off x="550714" y="6431973"/>
            <a:ext cx="7507782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Contral Government </a:t>
            </a:r>
            <a:r>
              <a:rPr lang="en-US" sz="100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Incentives_Access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Time &amp; Date_18.45_24062025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793B97-82D1-E049-4868-C5606AA6797A}"/>
              </a:ext>
            </a:extLst>
          </p:cNvPr>
          <p:cNvSpPr txBox="1"/>
          <p:nvPr/>
        </p:nvSpPr>
        <p:spPr bwMode="gray">
          <a:xfrm>
            <a:off x="557647" y="1387764"/>
            <a:ext cx="11099366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Funding Schemes under Government of India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2CF8E2-8067-D6AC-5023-242669BCB8FB}"/>
              </a:ext>
            </a:extLst>
          </p:cNvPr>
          <p:cNvSpPr txBox="1"/>
          <p:nvPr/>
        </p:nvSpPr>
        <p:spPr bwMode="gray">
          <a:xfrm>
            <a:off x="550721" y="1727200"/>
            <a:ext cx="11106292" cy="41465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lnSpc>
                <a:spcPct val="15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tx1">
                    <a:lumMod val="50000"/>
                  </a:schemeClr>
                </a:solidFill>
              </a:rPr>
              <a:t>Pradhan Mantri Surya Ghar Yojana (PMSG)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Support benefits 30000 ₹ per kilowatt </a:t>
            </a:r>
            <a:r>
              <a:rPr lang="en-IN" dirty="0" err="1">
                <a:solidFill>
                  <a:schemeClr val="tx1">
                    <a:lumMod val="50000"/>
                  </a:schemeClr>
                </a:solidFill>
              </a:rPr>
              <a:t>upto</a:t>
            </a: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 2 kW power system.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Additional support 18000 ₹, if system power goes above 3 kW.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Maximum 78000 ₹ will be supported from Government of India. 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Low interest loan financing from the Bank at 7 % interest rate under 3 kW power PV system.</a:t>
            </a:r>
          </a:p>
          <a:p>
            <a:pPr marL="742950" lvl="1" indent="-285750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en-IN" dirty="0">
                <a:solidFill>
                  <a:schemeClr val="tx1">
                    <a:lumMod val="50000"/>
                  </a:schemeClr>
                </a:solidFill>
              </a:rPr>
              <a:t>These incentive schemes are only for residential households.</a:t>
            </a:r>
          </a:p>
        </p:txBody>
      </p:sp>
    </p:spTree>
    <p:extLst>
      <p:ext uri="{BB962C8B-B14F-4D97-AF65-F5344CB8AC3E}">
        <p14:creationId xmlns:p14="http://schemas.microsoft.com/office/powerpoint/2010/main" val="2839540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F8FB6-A93C-6FDE-86B1-F7091038F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4DD8B0-994F-0084-4842-973BBCF06F28}"/>
              </a:ext>
            </a:extLst>
          </p:cNvPr>
          <p:cNvSpPr txBox="1"/>
          <p:nvPr/>
        </p:nvSpPr>
        <p:spPr bwMode="gray">
          <a:xfrm>
            <a:off x="550720" y="394623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Feasibility Study </a:t>
            </a:r>
            <a:r>
              <a:rPr lang="en-IN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0220ED-A83D-8C1B-219E-56262EB39561}"/>
              </a:ext>
            </a:extLst>
          </p:cNvPr>
          <p:cNvSpPr txBox="1"/>
          <p:nvPr/>
        </p:nvSpPr>
        <p:spPr bwMode="gray">
          <a:xfrm>
            <a:off x="550720" y="1392382"/>
            <a:ext cx="5545280" cy="33481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Investment Parameters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36CB9BDD-E1BB-7A49-C07E-EAA9FC41F1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375560"/>
              </p:ext>
            </p:extLst>
          </p:nvPr>
        </p:nvGraphicFramePr>
        <p:xfrm>
          <a:off x="544366" y="1722336"/>
          <a:ext cx="4869297" cy="2517152"/>
        </p:xfrm>
        <a:graphic>
          <a:graphicData uri="http://schemas.openxmlformats.org/drawingml/2006/table">
            <a:tbl>
              <a:tblPr/>
              <a:tblGrid>
                <a:gridCol w="2105642">
                  <a:extLst>
                    <a:ext uri="{9D8B030D-6E8A-4147-A177-3AD203B41FA5}">
                      <a16:colId xmlns:a16="http://schemas.microsoft.com/office/drawing/2014/main" val="3743708728"/>
                    </a:ext>
                  </a:extLst>
                </a:gridCol>
                <a:gridCol w="1541631">
                  <a:extLst>
                    <a:ext uri="{9D8B030D-6E8A-4147-A177-3AD203B41FA5}">
                      <a16:colId xmlns:a16="http://schemas.microsoft.com/office/drawing/2014/main" val="419190716"/>
                    </a:ext>
                  </a:extLst>
                </a:gridCol>
                <a:gridCol w="1222024">
                  <a:extLst>
                    <a:ext uri="{9D8B030D-6E8A-4147-A177-3AD203B41FA5}">
                      <a16:colId xmlns:a16="http://schemas.microsoft.com/office/drawing/2014/main" val="3729956536"/>
                    </a:ext>
                  </a:extLst>
                </a:gridCol>
              </a:tblGrid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 Module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₹/Module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967021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Module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Module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3116836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PV Module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87000.00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2550208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Inverter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19500.00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1133242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252000.00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8050867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Installation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 / W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5599645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installation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90000.00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316657"/>
                  </a:ext>
                </a:extLst>
              </a:tr>
              <a:tr h="3146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Lifespan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27.00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years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551717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5EF53E7-F99B-6137-F230-0166F31AA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8382845"/>
              </p:ext>
            </p:extLst>
          </p:nvPr>
        </p:nvGraphicFramePr>
        <p:xfrm>
          <a:off x="6155458" y="1715756"/>
          <a:ext cx="4869297" cy="998898"/>
        </p:xfrm>
        <a:graphic>
          <a:graphicData uri="http://schemas.openxmlformats.org/drawingml/2006/table">
            <a:tbl>
              <a:tblPr/>
              <a:tblGrid>
                <a:gridCol w="2102972">
                  <a:extLst>
                    <a:ext uri="{9D8B030D-6E8A-4147-A177-3AD203B41FA5}">
                      <a16:colId xmlns:a16="http://schemas.microsoft.com/office/drawing/2014/main" val="3317777056"/>
                    </a:ext>
                  </a:extLst>
                </a:gridCol>
                <a:gridCol w="1538415">
                  <a:extLst>
                    <a:ext uri="{9D8B030D-6E8A-4147-A177-3AD203B41FA5}">
                      <a16:colId xmlns:a16="http://schemas.microsoft.com/office/drawing/2014/main" val="3980782422"/>
                    </a:ext>
                  </a:extLst>
                </a:gridCol>
                <a:gridCol w="1227910">
                  <a:extLst>
                    <a:ext uri="{9D8B030D-6E8A-4147-A177-3AD203B41FA5}">
                      <a16:colId xmlns:a16="http://schemas.microsoft.com/office/drawing/2014/main" val="3346676684"/>
                    </a:ext>
                  </a:extLst>
                </a:gridCol>
              </a:tblGrid>
              <a:tr h="417844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Polysun Data_with battery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0177807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Yield Photovoltics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4245.00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kWh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7517512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Electricity Demand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1337.00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kWh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8423117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685AB9B-8765-210B-3F85-C02B088A57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5290186"/>
              </p:ext>
            </p:extLst>
          </p:nvPr>
        </p:nvGraphicFramePr>
        <p:xfrm>
          <a:off x="6155458" y="2808514"/>
          <a:ext cx="4869297" cy="940283"/>
        </p:xfrm>
        <a:graphic>
          <a:graphicData uri="http://schemas.openxmlformats.org/drawingml/2006/table">
            <a:tbl>
              <a:tblPr/>
              <a:tblGrid>
                <a:gridCol w="2909517">
                  <a:extLst>
                    <a:ext uri="{9D8B030D-6E8A-4147-A177-3AD203B41FA5}">
                      <a16:colId xmlns:a16="http://schemas.microsoft.com/office/drawing/2014/main" val="1113504415"/>
                    </a:ext>
                  </a:extLst>
                </a:gridCol>
                <a:gridCol w="979890">
                  <a:extLst>
                    <a:ext uri="{9D8B030D-6E8A-4147-A177-3AD203B41FA5}">
                      <a16:colId xmlns:a16="http://schemas.microsoft.com/office/drawing/2014/main" val="2618626944"/>
                    </a:ext>
                  </a:extLst>
                </a:gridCol>
                <a:gridCol w="979890">
                  <a:extLst>
                    <a:ext uri="{9D8B030D-6E8A-4147-A177-3AD203B41FA5}">
                      <a16:colId xmlns:a16="http://schemas.microsoft.com/office/drawing/2014/main" val="3560638329"/>
                    </a:ext>
                  </a:extLst>
                </a:gridCol>
              </a:tblGrid>
              <a:tr h="359229">
                <a:tc gridSpan="3"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Polysun Data_without battery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46337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Yield Photovoltics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4469.00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kWh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255339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 Consumption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693.00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kWh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5462925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87552296-E124-1E4B-61F4-A26346480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4215368"/>
              </p:ext>
            </p:extLst>
          </p:nvPr>
        </p:nvGraphicFramePr>
        <p:xfrm>
          <a:off x="6155458" y="3908018"/>
          <a:ext cx="4396773" cy="871581"/>
        </p:xfrm>
        <a:graphic>
          <a:graphicData uri="http://schemas.openxmlformats.org/drawingml/2006/table">
            <a:tbl>
              <a:tblPr/>
              <a:tblGrid>
                <a:gridCol w="2909518">
                  <a:extLst>
                    <a:ext uri="{9D8B030D-6E8A-4147-A177-3AD203B41FA5}">
                      <a16:colId xmlns:a16="http://schemas.microsoft.com/office/drawing/2014/main" val="3834857553"/>
                    </a:ext>
                  </a:extLst>
                </a:gridCol>
                <a:gridCol w="507365">
                  <a:extLst>
                    <a:ext uri="{9D8B030D-6E8A-4147-A177-3AD203B41FA5}">
                      <a16:colId xmlns:a16="http://schemas.microsoft.com/office/drawing/2014/main" val="209735362"/>
                    </a:ext>
                  </a:extLst>
                </a:gridCol>
                <a:gridCol w="979890">
                  <a:extLst>
                    <a:ext uri="{9D8B030D-6E8A-4147-A177-3AD203B41FA5}">
                      <a16:colId xmlns:a16="http://schemas.microsoft.com/office/drawing/2014/main" val="1163374182"/>
                    </a:ext>
                  </a:extLst>
                </a:gridCol>
              </a:tblGrid>
              <a:tr h="29052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Energy cost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7633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From grid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10.00   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6987756"/>
                  </a:ext>
                </a:extLst>
              </a:tr>
              <a:tr h="29052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 grid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3.00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936189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5505DAD5-AA08-D5E2-AB11-CC48653B104B}"/>
              </a:ext>
            </a:extLst>
          </p:cNvPr>
          <p:cNvSpPr txBox="1"/>
          <p:nvPr/>
        </p:nvSpPr>
        <p:spPr bwMode="gray">
          <a:xfrm>
            <a:off x="550714" y="6431973"/>
            <a:ext cx="7507782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PV module Cost Access Time &amp; Date 11.30_19062025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Growatt_MIC3300TL-X_Access Time &amp; Date_ 11.45_19062025</a:t>
            </a:r>
            <a:endParaRPr lang="en-US" sz="1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732D37-5956-203F-4667-A831A2F9B8D2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17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9309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7B345-7213-5993-AA1B-0BEEB00C9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0CAFB5F-56A5-85F6-6055-5729AAE28B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174442"/>
              </p:ext>
            </p:extLst>
          </p:nvPr>
        </p:nvGraphicFramePr>
        <p:xfrm>
          <a:off x="537211" y="1727200"/>
          <a:ext cx="5436869" cy="2204720"/>
        </p:xfrm>
        <a:graphic>
          <a:graphicData uri="http://schemas.openxmlformats.org/drawingml/2006/table">
            <a:tbl>
              <a:tblPr/>
              <a:tblGrid>
                <a:gridCol w="1920913">
                  <a:extLst>
                    <a:ext uri="{9D8B030D-6E8A-4147-A177-3AD203B41FA5}">
                      <a16:colId xmlns:a16="http://schemas.microsoft.com/office/drawing/2014/main" val="3589425007"/>
                    </a:ext>
                  </a:extLst>
                </a:gridCol>
                <a:gridCol w="1406382">
                  <a:extLst>
                    <a:ext uri="{9D8B030D-6E8A-4147-A177-3AD203B41FA5}">
                      <a16:colId xmlns:a16="http://schemas.microsoft.com/office/drawing/2014/main" val="3748840056"/>
                    </a:ext>
                  </a:extLst>
                </a:gridCol>
                <a:gridCol w="1114815">
                  <a:extLst>
                    <a:ext uri="{9D8B030D-6E8A-4147-A177-3AD203B41FA5}">
                      <a16:colId xmlns:a16="http://schemas.microsoft.com/office/drawing/2014/main" val="1086327995"/>
                    </a:ext>
                  </a:extLst>
                </a:gridCol>
                <a:gridCol w="994759">
                  <a:extLst>
                    <a:ext uri="{9D8B030D-6E8A-4147-A177-3AD203B41FA5}">
                      <a16:colId xmlns:a16="http://schemas.microsoft.com/office/drawing/2014/main" val="2493627655"/>
                    </a:ext>
                  </a:extLst>
                </a:gridCol>
              </a:tblGrid>
              <a:tr h="27559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CAPEX Calculation with 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737629"/>
                  </a:ext>
                </a:extLst>
              </a:tr>
              <a:tr h="5511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Appliances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Units required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unit cost (₹)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Cost (₹)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2861388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 Modules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165769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252000.00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252000.00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88317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Inverter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97603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Installation per W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893223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</a:t>
                      </a:r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CAPEX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448500.00</a:t>
                      </a:r>
                    </a:p>
                  </a:txBody>
                  <a:tcPr marL="7620" marR="7620" marT="762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836685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3086FE1-B53A-DDFF-0AF0-7490D59156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5700599"/>
              </p:ext>
            </p:extLst>
          </p:nvPr>
        </p:nvGraphicFramePr>
        <p:xfrm>
          <a:off x="6145530" y="1727201"/>
          <a:ext cx="5511482" cy="2204717"/>
        </p:xfrm>
        <a:graphic>
          <a:graphicData uri="http://schemas.openxmlformats.org/drawingml/2006/table">
            <a:tbl>
              <a:tblPr/>
              <a:tblGrid>
                <a:gridCol w="1947274">
                  <a:extLst>
                    <a:ext uri="{9D8B030D-6E8A-4147-A177-3AD203B41FA5}">
                      <a16:colId xmlns:a16="http://schemas.microsoft.com/office/drawing/2014/main" val="2887310584"/>
                    </a:ext>
                  </a:extLst>
                </a:gridCol>
                <a:gridCol w="1425683">
                  <a:extLst>
                    <a:ext uri="{9D8B030D-6E8A-4147-A177-3AD203B41FA5}">
                      <a16:colId xmlns:a16="http://schemas.microsoft.com/office/drawing/2014/main" val="2949089508"/>
                    </a:ext>
                  </a:extLst>
                </a:gridCol>
                <a:gridCol w="1130115">
                  <a:extLst>
                    <a:ext uri="{9D8B030D-6E8A-4147-A177-3AD203B41FA5}">
                      <a16:colId xmlns:a16="http://schemas.microsoft.com/office/drawing/2014/main" val="3643333615"/>
                    </a:ext>
                  </a:extLst>
                </a:gridCol>
                <a:gridCol w="1008410">
                  <a:extLst>
                    <a:ext uri="{9D8B030D-6E8A-4147-A177-3AD203B41FA5}">
                      <a16:colId xmlns:a16="http://schemas.microsoft.com/office/drawing/2014/main" val="842582457"/>
                    </a:ext>
                  </a:extLst>
                </a:gridCol>
              </a:tblGrid>
              <a:tr h="269800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CAPEX Calculation without 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0476604"/>
                  </a:ext>
                </a:extLst>
              </a:tr>
              <a:tr h="5177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Appliances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 of Units required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Per unit cost (₹)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Cost (₹)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017103"/>
                  </a:ext>
                </a:extLst>
              </a:tr>
              <a:tr h="269801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PV Modules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87000.00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8550496"/>
                  </a:ext>
                </a:extLst>
              </a:tr>
              <a:tr h="3493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Inverter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19500.00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4702973"/>
                  </a:ext>
                </a:extLst>
              </a:tr>
              <a:tr h="44864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Installation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90000.00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477175"/>
                  </a:ext>
                </a:extLst>
              </a:tr>
              <a:tr h="349372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</a:t>
                      </a:r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CAPEX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196500.00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5034449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D69FC0E-EC0B-ED66-D069-774B15AEE94F}"/>
              </a:ext>
            </a:extLst>
          </p:cNvPr>
          <p:cNvSpPr txBox="1"/>
          <p:nvPr/>
        </p:nvSpPr>
        <p:spPr bwMode="gray">
          <a:xfrm>
            <a:off x="557647" y="1366982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CAPEX (without incentive)</a:t>
            </a:r>
            <a:endParaRPr lang="en-IN" sz="20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D77BE7C-8E2B-E89F-E584-10EB8877E40F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18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E2060A9-69CE-9A14-ED4D-DB733C0BAE2C}"/>
              </a:ext>
            </a:extLst>
          </p:cNvPr>
          <p:cNvSpPr txBox="1"/>
          <p:nvPr/>
        </p:nvSpPr>
        <p:spPr bwMode="gray">
          <a:xfrm>
            <a:off x="550714" y="6431973"/>
            <a:ext cx="7507782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Source:-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PV module Cost Access Time &amp; Date 11.30_19062025</a:t>
            </a:r>
            <a:r>
              <a:rPr lang="en-IN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, 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Growatt_MIC3300TL-X_Access Time &amp; Date_ 11.45_19062025</a:t>
            </a:r>
            <a:endParaRPr lang="en-US" sz="1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57CEE7-26B7-097A-532D-9178EA6B0DC6}"/>
              </a:ext>
            </a:extLst>
          </p:cNvPr>
          <p:cNvSpPr txBox="1"/>
          <p:nvPr/>
        </p:nvSpPr>
        <p:spPr bwMode="gray">
          <a:xfrm>
            <a:off x="554182" y="4345712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CAPEX (with incentive)</a:t>
            </a:r>
            <a:endParaRPr lang="en-IN" sz="20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05019BB-DEE7-4BC6-7504-72037F0474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90936"/>
              </p:ext>
            </p:extLst>
          </p:nvPr>
        </p:nvGraphicFramePr>
        <p:xfrm>
          <a:off x="550140" y="4716657"/>
          <a:ext cx="5622059" cy="800918"/>
        </p:xfrm>
        <a:graphic>
          <a:graphicData uri="http://schemas.openxmlformats.org/drawingml/2006/table">
            <a:tbl>
              <a:tblPr/>
              <a:tblGrid>
                <a:gridCol w="3741305">
                  <a:extLst>
                    <a:ext uri="{9D8B030D-6E8A-4147-A177-3AD203B41FA5}">
                      <a16:colId xmlns:a16="http://schemas.microsoft.com/office/drawing/2014/main" val="1601544540"/>
                    </a:ext>
                  </a:extLst>
                </a:gridCol>
                <a:gridCol w="1075205">
                  <a:extLst>
                    <a:ext uri="{9D8B030D-6E8A-4147-A177-3AD203B41FA5}">
                      <a16:colId xmlns:a16="http://schemas.microsoft.com/office/drawing/2014/main" val="1810703185"/>
                    </a:ext>
                  </a:extLst>
                </a:gridCol>
                <a:gridCol w="805549">
                  <a:extLst>
                    <a:ext uri="{9D8B030D-6E8A-4147-A177-3AD203B41FA5}">
                      <a16:colId xmlns:a16="http://schemas.microsoft.com/office/drawing/2014/main" val="3681229732"/>
                    </a:ext>
                  </a:extLst>
                </a:gridCol>
              </a:tblGrid>
              <a:tr h="40045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CAPEX Calculation_with_battery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370500.00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30619"/>
                  </a:ext>
                </a:extLst>
              </a:tr>
              <a:tr h="40045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CAPEX Calculation_without_battery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118500.00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984253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3658846-15BC-5B8A-1457-974278B1A044}"/>
              </a:ext>
            </a:extLst>
          </p:cNvPr>
          <p:cNvSpPr txBox="1"/>
          <p:nvPr/>
        </p:nvSpPr>
        <p:spPr bwMode="gray">
          <a:xfrm>
            <a:off x="550720" y="394623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Feasibility Study </a:t>
            </a:r>
            <a:r>
              <a:rPr lang="en-IN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0638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32E5E-19EC-6402-4B3E-4D237A7C6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0BC59E1-FA72-2733-D77C-11369C318902}"/>
              </a:ext>
            </a:extLst>
          </p:cNvPr>
          <p:cNvSpPr txBox="1"/>
          <p:nvPr/>
        </p:nvSpPr>
        <p:spPr bwMode="gray">
          <a:xfrm>
            <a:off x="547487" y="1400464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OPEX</a:t>
            </a:r>
            <a:endParaRPr lang="en-IN" sz="20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E67D97DF-6365-4833-B29D-092B40E090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4462768"/>
              </p:ext>
            </p:extLst>
          </p:nvPr>
        </p:nvGraphicFramePr>
        <p:xfrm>
          <a:off x="549910" y="1779487"/>
          <a:ext cx="4408170" cy="793088"/>
        </p:xfrm>
        <a:graphic>
          <a:graphicData uri="http://schemas.openxmlformats.org/drawingml/2006/table">
            <a:tbl>
              <a:tblPr/>
              <a:tblGrid>
                <a:gridCol w="1906235">
                  <a:extLst>
                    <a:ext uri="{9D8B030D-6E8A-4147-A177-3AD203B41FA5}">
                      <a16:colId xmlns:a16="http://schemas.microsoft.com/office/drawing/2014/main" val="2501902787"/>
                    </a:ext>
                  </a:extLst>
                </a:gridCol>
                <a:gridCol w="1395637">
                  <a:extLst>
                    <a:ext uri="{9D8B030D-6E8A-4147-A177-3AD203B41FA5}">
                      <a16:colId xmlns:a16="http://schemas.microsoft.com/office/drawing/2014/main" val="3361519910"/>
                    </a:ext>
                  </a:extLst>
                </a:gridCol>
                <a:gridCol w="1106298">
                  <a:extLst>
                    <a:ext uri="{9D8B030D-6E8A-4147-A177-3AD203B41FA5}">
                      <a16:colId xmlns:a16="http://schemas.microsoft.com/office/drawing/2014/main" val="1211382146"/>
                    </a:ext>
                  </a:extLst>
                </a:gridCol>
              </a:tblGrid>
              <a:tr h="396544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OPEX Calculation with 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2082631"/>
                  </a:ext>
                </a:extLst>
              </a:tr>
              <a:tr h="39654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Maintenance Cost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13455.00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 / 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9329238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857AFE47-AF7F-EB98-3005-6376B5272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561908"/>
              </p:ext>
            </p:extLst>
          </p:nvPr>
        </p:nvGraphicFramePr>
        <p:xfrm>
          <a:off x="5142230" y="1769328"/>
          <a:ext cx="4410001" cy="793088"/>
        </p:xfrm>
        <a:graphic>
          <a:graphicData uri="http://schemas.openxmlformats.org/drawingml/2006/table">
            <a:tbl>
              <a:tblPr/>
              <a:tblGrid>
                <a:gridCol w="1907027">
                  <a:extLst>
                    <a:ext uri="{9D8B030D-6E8A-4147-A177-3AD203B41FA5}">
                      <a16:colId xmlns:a16="http://schemas.microsoft.com/office/drawing/2014/main" val="2821504034"/>
                    </a:ext>
                  </a:extLst>
                </a:gridCol>
                <a:gridCol w="1396217">
                  <a:extLst>
                    <a:ext uri="{9D8B030D-6E8A-4147-A177-3AD203B41FA5}">
                      <a16:colId xmlns:a16="http://schemas.microsoft.com/office/drawing/2014/main" val="3878503184"/>
                    </a:ext>
                  </a:extLst>
                </a:gridCol>
                <a:gridCol w="1106757">
                  <a:extLst>
                    <a:ext uri="{9D8B030D-6E8A-4147-A177-3AD203B41FA5}">
                      <a16:colId xmlns:a16="http://schemas.microsoft.com/office/drawing/2014/main" val="2680785931"/>
                    </a:ext>
                  </a:extLst>
                </a:gridCol>
              </a:tblGrid>
              <a:tr h="373717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OPEX Calculation without Battery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997008"/>
                  </a:ext>
                </a:extLst>
              </a:tr>
              <a:tr h="41937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Maintenance Cost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5895.00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 / a</a:t>
                      </a: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563742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265922F6-606A-2053-5232-59C1E1692442}"/>
              </a:ext>
            </a:extLst>
          </p:cNvPr>
          <p:cNvSpPr txBox="1"/>
          <p:nvPr/>
        </p:nvSpPr>
        <p:spPr bwMode="gray">
          <a:xfrm>
            <a:off x="550720" y="2872744"/>
            <a:ext cx="3771897" cy="355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20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LCOE</a:t>
            </a:r>
            <a:endParaRPr lang="en-IN" sz="20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21FB4EC6-BACE-BAA2-5B3F-209C4C9D6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23226"/>
              </p:ext>
            </p:extLst>
          </p:nvPr>
        </p:nvGraphicFramePr>
        <p:xfrm>
          <a:off x="549910" y="3341475"/>
          <a:ext cx="5546090" cy="743774"/>
        </p:xfrm>
        <a:graphic>
          <a:graphicData uri="http://schemas.openxmlformats.org/drawingml/2006/table">
            <a:tbl>
              <a:tblPr/>
              <a:tblGrid>
                <a:gridCol w="2398309">
                  <a:extLst>
                    <a:ext uri="{9D8B030D-6E8A-4147-A177-3AD203B41FA5}">
                      <a16:colId xmlns:a16="http://schemas.microsoft.com/office/drawing/2014/main" val="1173270630"/>
                    </a:ext>
                  </a:extLst>
                </a:gridCol>
                <a:gridCol w="1755905">
                  <a:extLst>
                    <a:ext uri="{9D8B030D-6E8A-4147-A177-3AD203B41FA5}">
                      <a16:colId xmlns:a16="http://schemas.microsoft.com/office/drawing/2014/main" val="4041161422"/>
                    </a:ext>
                  </a:extLst>
                </a:gridCol>
                <a:gridCol w="1391876">
                  <a:extLst>
                    <a:ext uri="{9D8B030D-6E8A-4147-A177-3AD203B41FA5}">
                      <a16:colId xmlns:a16="http://schemas.microsoft.com/office/drawing/2014/main" val="378744795"/>
                    </a:ext>
                  </a:extLst>
                </a:gridCol>
              </a:tblGrid>
              <a:tr h="3718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LCOE_with_Battery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 / kWh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5552488"/>
                  </a:ext>
                </a:extLst>
              </a:tr>
              <a:tr h="37188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LCOE_without_Battery</a:t>
                      </a:r>
                      <a:endParaRPr lang="en-IN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₹ / kWh</a:t>
                      </a:r>
                    </a:p>
                  </a:txBody>
                  <a:tcPr marL="7620" marR="7620" marT="7620" marB="0" anchor="ctr">
                    <a:lnL>
                      <a:noFill/>
                    </a:lnL>
                    <a:lnR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0000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3571884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E8248325-7733-0FFF-0D8B-A75E2A02F2D3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19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200E9F-AD6D-C34F-CA0F-86CD92D4709D}"/>
              </a:ext>
            </a:extLst>
          </p:cNvPr>
          <p:cNvSpPr txBox="1"/>
          <p:nvPr/>
        </p:nvSpPr>
        <p:spPr bwMode="gray">
          <a:xfrm>
            <a:off x="550720" y="394623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Feasibility Study </a:t>
            </a:r>
            <a:r>
              <a:rPr lang="en-IN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85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910E1-6111-D977-6E17-C6554485D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FCFF6C7-77B7-06E9-B299-08FC2E8EEF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831672"/>
              </p:ext>
            </p:extLst>
          </p:nvPr>
        </p:nvGraphicFramePr>
        <p:xfrm>
          <a:off x="557129" y="1629073"/>
          <a:ext cx="8021204" cy="1539240"/>
        </p:xfrm>
        <a:graphic>
          <a:graphicData uri="http://schemas.openxmlformats.org/drawingml/2006/table">
            <a:tbl>
              <a:tblPr/>
              <a:tblGrid>
                <a:gridCol w="3794344">
                  <a:extLst>
                    <a:ext uri="{9D8B030D-6E8A-4147-A177-3AD203B41FA5}">
                      <a16:colId xmlns:a16="http://schemas.microsoft.com/office/drawing/2014/main" val="267105393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1214852120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1218349044"/>
                    </a:ext>
                  </a:extLst>
                </a:gridCol>
                <a:gridCol w="1671084">
                  <a:extLst>
                    <a:ext uri="{9D8B030D-6E8A-4147-A177-3AD203B41FA5}">
                      <a16:colId xmlns:a16="http://schemas.microsoft.com/office/drawing/2014/main" val="2882113379"/>
                    </a:ext>
                  </a:extLst>
                </a:gridCol>
              </a:tblGrid>
              <a:tr h="253092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 :- 1 (with Battery 100%  Feed In)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772254"/>
                  </a:ext>
                </a:extLst>
              </a:tr>
              <a:tr h="22573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kWh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₹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856584"/>
                  </a:ext>
                </a:extLst>
              </a:tr>
              <a:tr h="22573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 Consumption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222661"/>
                  </a:ext>
                </a:extLst>
              </a:tr>
              <a:tr h="22573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Elec. From External 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1337.00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13370.00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134.82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30987"/>
                  </a:ext>
                </a:extLst>
              </a:tr>
              <a:tr h="23507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Feed-in tariff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4245.00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12735.00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128.42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12876"/>
                  </a:ext>
                </a:extLst>
              </a:tr>
              <a:tr h="225730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-635.00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-6.40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0464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2B5D6D47-C8AC-A3F1-5E92-65AC291CF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495520"/>
              </p:ext>
            </p:extLst>
          </p:nvPr>
        </p:nvGraphicFramePr>
        <p:xfrm>
          <a:off x="565150" y="3808397"/>
          <a:ext cx="8021204" cy="1548000"/>
        </p:xfrm>
        <a:graphic>
          <a:graphicData uri="http://schemas.openxmlformats.org/drawingml/2006/table">
            <a:tbl>
              <a:tblPr/>
              <a:tblGrid>
                <a:gridCol w="3794343">
                  <a:extLst>
                    <a:ext uri="{9D8B030D-6E8A-4147-A177-3AD203B41FA5}">
                      <a16:colId xmlns:a16="http://schemas.microsoft.com/office/drawing/2014/main" val="3178338248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1561184355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3863816055"/>
                    </a:ext>
                  </a:extLst>
                </a:gridCol>
                <a:gridCol w="1671085">
                  <a:extLst>
                    <a:ext uri="{9D8B030D-6E8A-4147-A177-3AD203B41FA5}">
                      <a16:colId xmlns:a16="http://schemas.microsoft.com/office/drawing/2014/main" val="1509651297"/>
                    </a:ext>
                  </a:extLst>
                </a:gridCol>
              </a:tblGrid>
              <a:tr h="28354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 :- 2 (With Battery 33% consumption based on demand)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51739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kWh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₹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08944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 Consumption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441.21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4412.10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44.49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851497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Elec. From External 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895.79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8957.90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90.33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883004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Feed-in tariff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3803.79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11411.37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115.07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756811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6865.57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68.65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9784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8CAD8B0-7F2A-D74C-D131-2375AAE7BB74}"/>
              </a:ext>
            </a:extLst>
          </p:cNvPr>
          <p:cNvSpPr txBox="1"/>
          <p:nvPr/>
        </p:nvSpPr>
        <p:spPr bwMode="gray">
          <a:xfrm>
            <a:off x="564573" y="405011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Feasibility Study </a:t>
            </a:r>
            <a:r>
              <a:rPr lang="en-IN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E46300-CF66-A253-EADB-23B7A316DF29}"/>
              </a:ext>
            </a:extLst>
          </p:cNvPr>
          <p:cNvSpPr txBox="1"/>
          <p:nvPr/>
        </p:nvSpPr>
        <p:spPr bwMode="gray">
          <a:xfrm>
            <a:off x="11869881" y="6567055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20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E0EAF6D-D6CD-B19C-3D5F-F7DC104449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3847925"/>
              </p:ext>
            </p:extLst>
          </p:nvPr>
        </p:nvGraphicFramePr>
        <p:xfrm>
          <a:off x="565150" y="5358265"/>
          <a:ext cx="8028000" cy="335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98303">
                  <a:extLst>
                    <a:ext uri="{9D8B030D-6E8A-4147-A177-3AD203B41FA5}">
                      <a16:colId xmlns:a16="http://schemas.microsoft.com/office/drawing/2014/main" val="3811346001"/>
                    </a:ext>
                  </a:extLst>
                </a:gridCol>
                <a:gridCol w="4229697">
                  <a:extLst>
                    <a:ext uri="{9D8B030D-6E8A-4147-A177-3AD203B41FA5}">
                      <a16:colId xmlns:a16="http://schemas.microsoft.com/office/drawing/2014/main" val="1411503725"/>
                    </a:ext>
                  </a:extLst>
                </a:gridCol>
              </a:tblGrid>
              <a:tr h="122009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Payback Period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53 years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89470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03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E22A9-D1C3-F881-E684-61A09E1A2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4BDB38-4C5B-4F23-3546-295B29B94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9448665"/>
              </p:ext>
            </p:extLst>
          </p:nvPr>
        </p:nvGraphicFramePr>
        <p:xfrm>
          <a:off x="550720" y="1627678"/>
          <a:ext cx="8021204" cy="1548000"/>
        </p:xfrm>
        <a:graphic>
          <a:graphicData uri="http://schemas.openxmlformats.org/drawingml/2006/table">
            <a:tbl>
              <a:tblPr/>
              <a:tblGrid>
                <a:gridCol w="3794344">
                  <a:extLst>
                    <a:ext uri="{9D8B030D-6E8A-4147-A177-3AD203B41FA5}">
                      <a16:colId xmlns:a16="http://schemas.microsoft.com/office/drawing/2014/main" val="267105393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1214852120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1218349044"/>
                    </a:ext>
                  </a:extLst>
                </a:gridCol>
                <a:gridCol w="1671084">
                  <a:extLst>
                    <a:ext uri="{9D8B030D-6E8A-4147-A177-3AD203B41FA5}">
                      <a16:colId xmlns:a16="http://schemas.microsoft.com/office/drawing/2014/main" val="2882113379"/>
                    </a:ext>
                  </a:extLst>
                </a:gridCol>
              </a:tblGrid>
              <a:tr h="28354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 :- 3 (With Battery 66% consumption based on demand)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3772254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kWh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₹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8856584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 Consumption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882.42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8824.20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88.98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2222661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Elec. From External 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454.58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4545.80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45.84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7830987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Feed-in tariff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3362.58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10087.74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101.72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612876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14366.14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143.66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lgDashDot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110464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2412C41-34E0-735E-EF5F-3F9F6B96E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482730"/>
              </p:ext>
            </p:extLst>
          </p:nvPr>
        </p:nvGraphicFramePr>
        <p:xfrm>
          <a:off x="551298" y="3787617"/>
          <a:ext cx="8021204" cy="1548000"/>
        </p:xfrm>
        <a:graphic>
          <a:graphicData uri="http://schemas.openxmlformats.org/drawingml/2006/table">
            <a:tbl>
              <a:tblPr/>
              <a:tblGrid>
                <a:gridCol w="3794343">
                  <a:extLst>
                    <a:ext uri="{9D8B030D-6E8A-4147-A177-3AD203B41FA5}">
                      <a16:colId xmlns:a16="http://schemas.microsoft.com/office/drawing/2014/main" val="3178338248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1561184355"/>
                    </a:ext>
                  </a:extLst>
                </a:gridCol>
                <a:gridCol w="1277888">
                  <a:extLst>
                    <a:ext uri="{9D8B030D-6E8A-4147-A177-3AD203B41FA5}">
                      <a16:colId xmlns:a16="http://schemas.microsoft.com/office/drawing/2014/main" val="3863816055"/>
                    </a:ext>
                  </a:extLst>
                </a:gridCol>
                <a:gridCol w="1671085">
                  <a:extLst>
                    <a:ext uri="{9D8B030D-6E8A-4147-A177-3AD203B41FA5}">
                      <a16:colId xmlns:a16="http://schemas.microsoft.com/office/drawing/2014/main" val="1509651297"/>
                    </a:ext>
                  </a:extLst>
                </a:gridCol>
              </a:tblGrid>
              <a:tr h="283545"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Condition :- 4 (Without Battery)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2651739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Parameter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kWh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₹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€ / a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1508944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Self Consumption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693.00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6930.00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69.88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5851497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Elec. From External Grid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644.00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6440.00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64.94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7883004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Feed-in tariff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3776.00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11328.00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114.23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4756811"/>
                  </a:ext>
                </a:extLst>
              </a:tr>
              <a:tr h="252891">
                <a:tc>
                  <a:txBody>
                    <a:bodyPr/>
                    <a:lstStyle/>
                    <a:p>
                      <a:pPr algn="l" fontAlgn="ctr"/>
                      <a:r>
                        <a:rPr lang="en-IN" sz="1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Savings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11818.00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118.18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5911"/>
                      </a:solidFill>
                      <a:prstDash val="dash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59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097848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5443C82-897B-49A6-0213-9E1EB7D46528}"/>
              </a:ext>
            </a:extLst>
          </p:cNvPr>
          <p:cNvSpPr txBox="1"/>
          <p:nvPr/>
        </p:nvSpPr>
        <p:spPr bwMode="gray">
          <a:xfrm>
            <a:off x="550720" y="394623"/>
            <a:ext cx="7512627" cy="6546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3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 Feasibility Study </a:t>
            </a:r>
            <a:r>
              <a:rPr lang="en-IN" sz="2000" i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(continued)</a:t>
            </a:r>
            <a:endParaRPr lang="en-IN" sz="3600" i="1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8DE381-9A69-F9D6-DFBA-B7DB8071DDDA}"/>
              </a:ext>
            </a:extLst>
          </p:cNvPr>
          <p:cNvSpPr txBox="1"/>
          <p:nvPr/>
        </p:nvSpPr>
        <p:spPr bwMode="gray">
          <a:xfrm>
            <a:off x="11856028" y="6556667"/>
            <a:ext cx="322119" cy="2909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endParaRPr lang="en-IN" sz="1400" dirty="0" err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AA814D-8C75-A13E-1633-0725D370C4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03831"/>
              </p:ext>
            </p:extLst>
          </p:nvPr>
        </p:nvGraphicFramePr>
        <p:xfrm>
          <a:off x="550720" y="3174714"/>
          <a:ext cx="8021204" cy="335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96691">
                  <a:extLst>
                    <a:ext uri="{9D8B030D-6E8A-4147-A177-3AD203B41FA5}">
                      <a16:colId xmlns:a16="http://schemas.microsoft.com/office/drawing/2014/main" val="1182185560"/>
                    </a:ext>
                  </a:extLst>
                </a:gridCol>
                <a:gridCol w="4224513">
                  <a:extLst>
                    <a:ext uri="{9D8B030D-6E8A-4147-A177-3AD203B41FA5}">
                      <a16:colId xmlns:a16="http://schemas.microsoft.com/office/drawing/2014/main" val="1901978961"/>
                    </a:ext>
                  </a:extLst>
                </a:gridCol>
              </a:tblGrid>
              <a:tr h="334800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Payback Period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25.7 years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27664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770DD02-1984-7575-875E-D123FD688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92744"/>
              </p:ext>
            </p:extLst>
          </p:nvPr>
        </p:nvGraphicFramePr>
        <p:xfrm>
          <a:off x="550720" y="5338212"/>
          <a:ext cx="8021782" cy="335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96691">
                  <a:extLst>
                    <a:ext uri="{9D8B030D-6E8A-4147-A177-3AD203B41FA5}">
                      <a16:colId xmlns:a16="http://schemas.microsoft.com/office/drawing/2014/main" val="3941445617"/>
                    </a:ext>
                  </a:extLst>
                </a:gridCol>
                <a:gridCol w="4225091">
                  <a:extLst>
                    <a:ext uri="{9D8B030D-6E8A-4147-A177-3AD203B41FA5}">
                      <a16:colId xmlns:a16="http://schemas.microsoft.com/office/drawing/2014/main" val="4223331908"/>
                    </a:ext>
                  </a:extLst>
                </a:gridCol>
              </a:tblGrid>
              <a:tr h="196961">
                <a:tc>
                  <a:txBody>
                    <a:bodyPr/>
                    <a:lstStyle/>
                    <a:p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Payback Period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 years</a:t>
                      </a:r>
                    </a:p>
                  </a:txBody>
                  <a:tcPr>
                    <a:lnL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646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046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35B4681-32B6-E11C-8288-D2A6D246F716}"/>
              </a:ext>
            </a:extLst>
          </p:cNvPr>
          <p:cNvSpPr/>
          <p:nvPr/>
        </p:nvSpPr>
        <p:spPr bwMode="gray">
          <a:xfrm>
            <a:off x="363682" y="1153391"/>
            <a:ext cx="1049482" cy="2493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>
              <a:lnSpc>
                <a:spcPct val="90000"/>
              </a:lnSpc>
              <a:spcAft>
                <a:spcPts val="1000"/>
              </a:spcAft>
            </a:pPr>
            <a:endParaRPr lang="en-IN" sz="1400" dirty="0" err="1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5392AC-1794-E83C-4E17-E667F4865BA5}"/>
              </a:ext>
            </a:extLst>
          </p:cNvPr>
          <p:cNvSpPr txBox="1"/>
          <p:nvPr/>
        </p:nvSpPr>
        <p:spPr bwMode="gray">
          <a:xfrm>
            <a:off x="3856011" y="2878609"/>
            <a:ext cx="4643096" cy="83127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US" sz="6600" b="1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  <a:endParaRPr lang="en-IN" sz="6600" b="1" dirty="0" err="1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745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6CBE0F2A-EE3C-49B3-2F39-5BAC14572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Professional Report Without Battery</a:t>
            </a:r>
            <a:b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6BD58DAD-945C-7016-B461-68AE9C660B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387" y="1898951"/>
            <a:ext cx="11386686" cy="406112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E04E862-78BC-FC3F-5581-5ACDC12C7C2C}"/>
              </a:ext>
            </a:extLst>
          </p:cNvPr>
          <p:cNvSpPr txBox="1"/>
          <p:nvPr/>
        </p:nvSpPr>
        <p:spPr bwMode="gray">
          <a:xfrm>
            <a:off x="453372" y="6357486"/>
            <a:ext cx="5774173" cy="42792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 err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490B0A3-92FB-8D7A-855B-F1EEAE2D263F}"/>
              </a:ext>
            </a:extLst>
          </p:cNvPr>
          <p:cNvSpPr txBox="1"/>
          <p:nvPr/>
        </p:nvSpPr>
        <p:spPr bwMode="gray">
          <a:xfrm>
            <a:off x="561112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IN" sz="1000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2688807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65E902-FD32-42FF-6625-4D2E57D6306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2CEFE82-39F2-4F47-8A0C-D5AB3496FA5C}" type="slidenum">
              <a:rPr lang="de-DE" noProof="0" smtClean="0"/>
              <a:pPr/>
              <a:t>26</a:t>
            </a:fld>
            <a:endParaRPr lang="de-DE" noProof="0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6BF19F61-ACA5-77A1-9ED9-42A7911B3D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0000" y="1037412"/>
            <a:ext cx="8268720" cy="360000"/>
          </a:xfrm>
        </p:spPr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4" name="Title 33">
            <a:extLst>
              <a:ext uri="{FF2B5EF4-FFF2-40B4-BE49-F238E27FC236}">
                <a16:creationId xmlns:a16="http://schemas.microsoft.com/office/drawing/2014/main" id="{3CC8EFD5-332F-B00C-3059-2B524ED86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  <a:t>Professional Report With Battery </a:t>
            </a:r>
            <a:br>
              <a:rPr lang="en-IN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4977BD4-84AC-AA4E-A4E3-40D0952F2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486" y="1788181"/>
            <a:ext cx="11669028" cy="4032407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48648DE9-89D9-8034-B074-FC6661474082}"/>
              </a:ext>
            </a:extLst>
          </p:cNvPr>
          <p:cNvSpPr txBox="1"/>
          <p:nvPr/>
        </p:nvSpPr>
        <p:spPr bwMode="gray">
          <a:xfrm>
            <a:off x="540000" y="6323863"/>
            <a:ext cx="5332396" cy="49290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85750" indent="-285750"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IN" dirty="0" err="1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DBD201-8E61-1C59-5193-995EE7E790C6}"/>
              </a:ext>
            </a:extLst>
          </p:cNvPr>
          <p:cNvSpPr txBox="1"/>
          <p:nvPr/>
        </p:nvSpPr>
        <p:spPr bwMode="gray">
          <a:xfrm>
            <a:off x="561112" y="6426778"/>
            <a:ext cx="3917374" cy="28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90000"/>
              </a:lnSpc>
              <a:spcAft>
                <a:spcPts val="1000"/>
              </a:spcAft>
              <a:buClr>
                <a:schemeClr val="accent1"/>
              </a:buClr>
            </a:pP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Source :- </a:t>
            </a:r>
            <a:r>
              <a:rPr lang="en-IN" sz="1000" dirty="0" err="1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Polysun</a:t>
            </a:r>
            <a:r>
              <a:rPr lang="en-IN" sz="1000" dirty="0">
                <a:solidFill>
                  <a:schemeClr val="tx1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4118550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TH">
  <a:themeElements>
    <a:clrScheme name="Benutzerdefiniert 14">
      <a:dk1>
        <a:srgbClr val="53545A"/>
      </a:dk1>
      <a:lt1>
        <a:srgbClr val="FFFFFF"/>
      </a:lt1>
      <a:dk2>
        <a:srgbClr val="535559"/>
      </a:dk2>
      <a:lt2>
        <a:srgbClr val="FFFFFF"/>
      </a:lt2>
      <a:accent1>
        <a:srgbClr val="ED7000"/>
      </a:accent1>
      <a:accent2>
        <a:srgbClr val="525558"/>
      </a:accent2>
      <a:accent3>
        <a:srgbClr val="1EB0CB"/>
      </a:accent3>
      <a:accent4>
        <a:srgbClr val="6B347F"/>
      </a:accent4>
      <a:accent5>
        <a:srgbClr val="00679F"/>
      </a:accent5>
      <a:accent6>
        <a:srgbClr val="45B179"/>
      </a:accent6>
      <a:hlink>
        <a:srgbClr val="525558"/>
      </a:hlink>
      <a:folHlink>
        <a:srgbClr val="FA7C18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ln>
          <a:noFill/>
        </a:ln>
      </a:spPr>
      <a:bodyPr lIns="36000" tIns="36000" rIns="36000" bIns="36000" rtlCol="0" anchor="ctr"/>
      <a:lstStyle>
        <a:defPPr algn="ctr">
          <a:lnSpc>
            <a:spcPct val="90000"/>
          </a:lnSpc>
          <a:spcAft>
            <a:spcPts val="1000"/>
          </a:spcAft>
          <a:defRPr sz="140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12700" cap="rnd" cmpd="sng"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square" lIns="0" tIns="0" rIns="0" bIns="0" rtlCol="0">
        <a:noAutofit/>
      </a:bodyPr>
      <a:lstStyle>
        <a:defPPr marL="285750" indent="-285750" algn="l">
          <a:lnSpc>
            <a:spcPct val="90000"/>
          </a:lnSpc>
          <a:spcAft>
            <a:spcPts val="1000"/>
          </a:spcAft>
          <a:buClr>
            <a:schemeClr val="accent1"/>
          </a:buClr>
          <a:buFont typeface="Arial" panose="020B0604020202020204" pitchFamily="34" charset="0"/>
          <a:buChar char="•"/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Larissa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TH">
      <a:dk1>
        <a:srgbClr val="000000"/>
      </a:dk1>
      <a:lt1>
        <a:srgbClr val="FFFFFF"/>
      </a:lt1>
      <a:dk2>
        <a:srgbClr val="000000"/>
      </a:dk2>
      <a:lt2>
        <a:srgbClr val="B0A79D"/>
      </a:lt2>
      <a:accent1>
        <a:srgbClr val="F19400"/>
      </a:accent1>
      <a:accent2>
        <a:srgbClr val="7FA8B6"/>
      </a:accent2>
      <a:accent3>
        <a:srgbClr val="A24885"/>
      </a:accent3>
      <a:accent4>
        <a:srgbClr val="78A26E"/>
      </a:accent4>
      <a:accent5>
        <a:srgbClr val="CBC4BE"/>
      </a:accent5>
      <a:accent6>
        <a:srgbClr val="F8BB6B"/>
      </a:accent6>
      <a:hlink>
        <a:srgbClr val="8A8079"/>
      </a:hlink>
      <a:folHlink>
        <a:srgbClr val="F29400"/>
      </a:folHlink>
    </a:clrScheme>
    <a:fontScheme name="OTH">
      <a:majorFont>
        <a:latin typeface="Meta OT"/>
        <a:ea typeface=""/>
        <a:cs typeface=""/>
      </a:majorFont>
      <a:minorFont>
        <a:latin typeface="Meta O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5437</TotalTime>
  <Words>1537</Words>
  <Application>Microsoft Office PowerPoint</Application>
  <PresentationFormat>Widescreen</PresentationFormat>
  <Paragraphs>533</Paragraphs>
  <Slides>26</Slides>
  <Notes>3</Notes>
  <HiddenSlides>2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Cambria Math</vt:lpstr>
      <vt:lpstr>Wingdings</vt:lpstr>
      <vt:lpstr>Arial</vt:lpstr>
      <vt:lpstr>Calibri</vt:lpstr>
      <vt:lpstr>Meta OT</vt:lpstr>
      <vt:lpstr>OTH</vt:lpstr>
      <vt:lpstr>Acrobat Document</vt:lpstr>
      <vt:lpstr>Herzlich Willkommen</vt:lpstr>
      <vt:lpstr>Agenda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Professional Report Without Battery </vt:lpstr>
      <vt:lpstr>Professional Report With Battery  </vt:lpstr>
    </vt:vector>
  </TitlesOfParts>
  <Company>Ostbayerische Technische Hochschule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OTH Master</dc:title>
  <dc:creator>PresentationLoad</dc:creator>
  <dc:description/>
  <cp:lastModifiedBy>ashish mistari</cp:lastModifiedBy>
  <cp:revision>2273</cp:revision>
  <dcterms:created xsi:type="dcterms:W3CDTF">2015-11-26T10:37:47Z</dcterms:created>
  <dcterms:modified xsi:type="dcterms:W3CDTF">2025-06-27T07:50:36Z</dcterms:modified>
</cp:coreProperties>
</file>